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7" r:id="rId6"/>
    <p:sldId id="260" r:id="rId7"/>
    <p:sldId id="262" r:id="rId8"/>
    <p:sldId id="264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D165C9-2401-09E5-AA0A-7BE0E17DDBC0}" v="73" dt="2026-10-08T19:12:09.2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tachio, Brendon" userId="S::mustachb@email.sc.edu::930c95e6-457f-4bfb-8306-56b7d58da7ce" providerId="AD" clId="Web-{3500F5E9-F472-0C51-B502-72717CC88AD4}"/>
    <pc:docChg chg="modSld">
      <pc:chgData name="Mustachio, Brendon" userId="S::mustachb@email.sc.edu::930c95e6-457f-4bfb-8306-56b7d58da7ce" providerId="AD" clId="Web-{3500F5E9-F472-0C51-B502-72717CC88AD4}" dt="2026-10-06T18:54:42.632" v="0" actId="20577"/>
      <pc:docMkLst>
        <pc:docMk/>
      </pc:docMkLst>
      <pc:sldChg chg="modSp">
        <pc:chgData name="Mustachio, Brendon" userId="S::mustachb@email.sc.edu::930c95e6-457f-4bfb-8306-56b7d58da7ce" providerId="AD" clId="Web-{3500F5E9-F472-0C51-B502-72717CC88AD4}" dt="2026-10-06T18:54:42.632" v="0" actId="20577"/>
        <pc:sldMkLst>
          <pc:docMk/>
          <pc:sldMk cId="3040550835" sldId="256"/>
        </pc:sldMkLst>
        <pc:spChg chg="mod">
          <ac:chgData name="Mustachio, Brendon" userId="S::mustachb@email.sc.edu::930c95e6-457f-4bfb-8306-56b7d58da7ce" providerId="AD" clId="Web-{3500F5E9-F472-0C51-B502-72717CC88AD4}" dt="2026-10-06T18:54:42.632" v="0" actId="20577"/>
          <ac:spMkLst>
            <pc:docMk/>
            <pc:sldMk cId="3040550835" sldId="256"/>
            <ac:spMk id="8" creationId="{797928DB-061B-2224-00C5-037EAB1FDA21}"/>
          </ac:spMkLst>
        </pc:spChg>
      </pc:sldChg>
    </pc:docChg>
  </pc:docChgLst>
  <pc:docChgLst>
    <pc:chgData name="White, Selvin" userId="785a5f12-4b5f-4af1-9eea-1cc45b32d656" providerId="ADAL" clId="{687794C3-CFD0-4FE6-A2C7-54B45084E72F}"/>
    <pc:docChg chg="undo custSel modSld">
      <pc:chgData name="White, Selvin" userId="785a5f12-4b5f-4af1-9eea-1cc45b32d656" providerId="ADAL" clId="{687794C3-CFD0-4FE6-A2C7-54B45084E72F}" dt="2026-10-07T19:54:39.687" v="434" actId="20577"/>
      <pc:docMkLst>
        <pc:docMk/>
      </pc:docMkLst>
      <pc:sldChg chg="modSp mod">
        <pc:chgData name="White, Selvin" userId="785a5f12-4b5f-4af1-9eea-1cc45b32d656" providerId="ADAL" clId="{687794C3-CFD0-4FE6-A2C7-54B45084E72F}" dt="2026-10-07T19:44:10.999" v="3" actId="20577"/>
        <pc:sldMkLst>
          <pc:docMk/>
          <pc:sldMk cId="1121330839" sldId="257"/>
        </pc:sldMkLst>
        <pc:spChg chg="mod">
          <ac:chgData name="White, Selvin" userId="785a5f12-4b5f-4af1-9eea-1cc45b32d656" providerId="ADAL" clId="{687794C3-CFD0-4FE6-A2C7-54B45084E72F}" dt="2026-10-07T19:44:10.999" v="3" actId="20577"/>
          <ac:spMkLst>
            <pc:docMk/>
            <pc:sldMk cId="1121330839" sldId="257"/>
            <ac:spMk id="3" creationId="{F9EF8E8F-4015-B617-5B33-4DE12BBFF796}"/>
          </ac:spMkLst>
        </pc:spChg>
      </pc:sldChg>
      <pc:sldChg chg="modSp mod">
        <pc:chgData name="White, Selvin" userId="785a5f12-4b5f-4af1-9eea-1cc45b32d656" providerId="ADAL" clId="{687794C3-CFD0-4FE6-A2C7-54B45084E72F}" dt="2026-10-07T19:44:53.442" v="19" actId="20577"/>
        <pc:sldMkLst>
          <pc:docMk/>
          <pc:sldMk cId="3384312982" sldId="262"/>
        </pc:sldMkLst>
        <pc:graphicFrameChg chg="modGraphic">
          <ac:chgData name="White, Selvin" userId="785a5f12-4b5f-4af1-9eea-1cc45b32d656" providerId="ADAL" clId="{687794C3-CFD0-4FE6-A2C7-54B45084E72F}" dt="2026-10-07T19:44:53.442" v="19" actId="20577"/>
          <ac:graphicFrameMkLst>
            <pc:docMk/>
            <pc:sldMk cId="3384312982" sldId="262"/>
            <ac:graphicFrameMk id="4" creationId="{60E35E69-AD12-C417-B469-7E29640C52CF}"/>
          </ac:graphicFrameMkLst>
        </pc:graphicFrameChg>
      </pc:sldChg>
      <pc:sldChg chg="modSp mod">
        <pc:chgData name="White, Selvin" userId="785a5f12-4b5f-4af1-9eea-1cc45b32d656" providerId="ADAL" clId="{687794C3-CFD0-4FE6-A2C7-54B45084E72F}" dt="2026-10-07T19:45:44.886" v="21" actId="20577"/>
        <pc:sldMkLst>
          <pc:docMk/>
          <pc:sldMk cId="129135857" sldId="263"/>
        </pc:sldMkLst>
        <pc:spChg chg="mod">
          <ac:chgData name="White, Selvin" userId="785a5f12-4b5f-4af1-9eea-1cc45b32d656" providerId="ADAL" clId="{687794C3-CFD0-4FE6-A2C7-54B45084E72F}" dt="2026-10-07T19:45:44.886" v="21" actId="20577"/>
          <ac:spMkLst>
            <pc:docMk/>
            <pc:sldMk cId="129135857" sldId="263"/>
            <ac:spMk id="3" creationId="{1F09D63E-0D09-0949-D28B-2AB4E4A43689}"/>
          </ac:spMkLst>
        </pc:spChg>
      </pc:sldChg>
      <pc:sldChg chg="modSp mod">
        <pc:chgData name="White, Selvin" userId="785a5f12-4b5f-4af1-9eea-1cc45b32d656" providerId="ADAL" clId="{687794C3-CFD0-4FE6-A2C7-54B45084E72F}" dt="2026-10-07T19:54:39.687" v="434" actId="20577"/>
        <pc:sldMkLst>
          <pc:docMk/>
          <pc:sldMk cId="167630813" sldId="265"/>
        </pc:sldMkLst>
        <pc:spChg chg="mod">
          <ac:chgData name="White, Selvin" userId="785a5f12-4b5f-4af1-9eea-1cc45b32d656" providerId="ADAL" clId="{687794C3-CFD0-4FE6-A2C7-54B45084E72F}" dt="2026-10-07T19:54:39.687" v="434" actId="20577"/>
          <ac:spMkLst>
            <pc:docMk/>
            <pc:sldMk cId="167630813" sldId="265"/>
            <ac:spMk id="3" creationId="{DFD7DA79-DBE7-1D2C-B416-43C9AD0FCFB1}"/>
          </ac:spMkLst>
        </pc:spChg>
      </pc:sldChg>
    </pc:docChg>
  </pc:docChgLst>
  <pc:docChgLst>
    <pc:chgData name="Mustachio, Brendon" userId="S::mustachb@email.sc.edu::930c95e6-457f-4bfb-8306-56b7d58da7ce" providerId="AD" clId="Web-{F34A3CAE-D12B-7F3A-1C09-83845729AEDA}"/>
    <pc:docChg chg="mod addSld modSld addMainMaster delMainMaster">
      <pc:chgData name="Mustachio, Brendon" userId="S::mustachb@email.sc.edu::930c95e6-457f-4bfb-8306-56b7d58da7ce" providerId="AD" clId="Web-{F34A3CAE-D12B-7F3A-1C09-83845729AEDA}" dt="2026-10-02T14:18:48.087" v="3"/>
      <pc:docMkLst>
        <pc:docMk/>
      </pc:docMkLst>
      <pc:sldChg chg="addSp delSp modSp mod modClrScheme chgLayout">
        <pc:chgData name="Mustachio, Brendon" userId="S::mustachb@email.sc.edu::930c95e6-457f-4bfb-8306-56b7d58da7ce" providerId="AD" clId="Web-{F34A3CAE-D12B-7F3A-1C09-83845729AEDA}" dt="2026-10-02T14:18:25.648" v="2"/>
        <pc:sldMkLst>
          <pc:docMk/>
          <pc:sldMk cId="3040550835" sldId="256"/>
        </pc:sldMkLst>
        <pc:spChg chg="add mod">
          <ac:chgData name="Mustachio, Brendon" userId="S::mustachb@email.sc.edu::930c95e6-457f-4bfb-8306-56b7d58da7ce" providerId="AD" clId="Web-{F34A3CAE-D12B-7F3A-1C09-83845729AEDA}" dt="2026-10-02T14:18:25.648" v="2"/>
          <ac:spMkLst>
            <pc:docMk/>
            <pc:sldMk cId="3040550835" sldId="256"/>
            <ac:spMk id="8" creationId="{797928DB-061B-2224-00C5-037EAB1FDA21}"/>
          </ac:spMkLst>
        </pc:spChg>
        <pc:spChg chg="add mod">
          <ac:chgData name="Mustachio, Brendon" userId="S::mustachb@email.sc.edu::930c95e6-457f-4bfb-8306-56b7d58da7ce" providerId="AD" clId="Web-{F34A3CAE-D12B-7F3A-1C09-83845729AEDA}" dt="2026-10-02T14:18:25.648" v="2"/>
          <ac:spMkLst>
            <pc:docMk/>
            <pc:sldMk cId="3040550835" sldId="256"/>
            <ac:spMk id="10" creationId="{BD1D1128-47D8-B5E6-C2DA-1AE9105F7E95}"/>
          </ac:spMkLst>
        </pc:spChg>
      </pc:sldChg>
      <pc:sldChg chg="new">
        <pc:chgData name="Mustachio, Brendon" userId="S::mustachb@email.sc.edu::930c95e6-457f-4bfb-8306-56b7d58da7ce" providerId="AD" clId="Web-{F34A3CAE-D12B-7F3A-1C09-83845729AEDA}" dt="2026-10-02T14:18:48.087" v="3"/>
        <pc:sldMkLst>
          <pc:docMk/>
          <pc:sldMk cId="1121330839" sldId="257"/>
        </pc:sldMkLst>
      </pc:sldChg>
      <pc:sldMasterChg chg="add addSldLayout modSldLayout">
        <pc:chgData name="Mustachio, Brendon" userId="S::mustachb@email.sc.edu::930c95e6-457f-4bfb-8306-56b7d58da7ce" providerId="AD" clId="Web-{F34A3CAE-D12B-7F3A-1C09-83845729AEDA}" dt="2026-10-02T14:18:14.351" v="1"/>
        <pc:sldMasterMkLst>
          <pc:docMk/>
          <pc:sldMasterMk cId="550514575" sldId="2147483672"/>
        </pc:sldMasterMkLst>
        <pc:sldLayoutChg chg="add mod replId">
          <pc:chgData name="Mustachio, Brendon" userId="S::mustachb@email.sc.edu::930c95e6-457f-4bfb-8306-56b7d58da7ce" providerId="AD" clId="Web-{F34A3CAE-D12B-7F3A-1C09-83845729AEDA}" dt="2026-10-02T14:18:14.351" v="1"/>
          <pc:sldLayoutMkLst>
            <pc:docMk/>
            <pc:sldMasterMk cId="550514575" sldId="2147483672"/>
            <pc:sldLayoutMk cId="1710422466" sldId="2147483673"/>
          </pc:sldLayoutMkLst>
        </pc:sldLayoutChg>
        <pc:sldLayoutChg chg="add mod replId">
          <pc:chgData name="Mustachio, Brendon" userId="S::mustachb@email.sc.edu::930c95e6-457f-4bfb-8306-56b7d58da7ce" providerId="AD" clId="Web-{F34A3CAE-D12B-7F3A-1C09-83845729AEDA}" dt="2026-10-02T14:18:14.351" v="1"/>
          <pc:sldLayoutMkLst>
            <pc:docMk/>
            <pc:sldMasterMk cId="550514575" sldId="2147483672"/>
            <pc:sldLayoutMk cId="4230953369" sldId="2147483674"/>
          </pc:sldLayoutMkLst>
        </pc:sldLayoutChg>
        <pc:sldLayoutChg chg="add mod replId">
          <pc:chgData name="Mustachio, Brendon" userId="S::mustachb@email.sc.edu::930c95e6-457f-4bfb-8306-56b7d58da7ce" providerId="AD" clId="Web-{F34A3CAE-D12B-7F3A-1C09-83845729AEDA}" dt="2026-10-02T14:18:14.351" v="1"/>
          <pc:sldLayoutMkLst>
            <pc:docMk/>
            <pc:sldMasterMk cId="550514575" sldId="2147483672"/>
            <pc:sldLayoutMk cId="2052555082" sldId="2147483675"/>
          </pc:sldLayoutMkLst>
        </pc:sldLayoutChg>
        <pc:sldLayoutChg chg="add mod replId">
          <pc:chgData name="Mustachio, Brendon" userId="S::mustachb@email.sc.edu::930c95e6-457f-4bfb-8306-56b7d58da7ce" providerId="AD" clId="Web-{F34A3CAE-D12B-7F3A-1C09-83845729AEDA}" dt="2026-10-02T14:18:14.351" v="1"/>
          <pc:sldLayoutMkLst>
            <pc:docMk/>
            <pc:sldMasterMk cId="550514575" sldId="2147483672"/>
            <pc:sldLayoutMk cId="2907596527" sldId="2147483676"/>
          </pc:sldLayoutMkLst>
        </pc:sldLayoutChg>
        <pc:sldLayoutChg chg="add mod replId">
          <pc:chgData name="Mustachio, Brendon" userId="S::mustachb@email.sc.edu::930c95e6-457f-4bfb-8306-56b7d58da7ce" providerId="AD" clId="Web-{F34A3CAE-D12B-7F3A-1C09-83845729AEDA}" dt="2026-10-02T14:18:14.351" v="1"/>
          <pc:sldLayoutMkLst>
            <pc:docMk/>
            <pc:sldMasterMk cId="550514575" sldId="2147483672"/>
            <pc:sldLayoutMk cId="3742922876" sldId="2147483677"/>
          </pc:sldLayoutMkLst>
        </pc:sldLayoutChg>
        <pc:sldLayoutChg chg="add mod replId">
          <pc:chgData name="Mustachio, Brendon" userId="S::mustachb@email.sc.edu::930c95e6-457f-4bfb-8306-56b7d58da7ce" providerId="AD" clId="Web-{F34A3CAE-D12B-7F3A-1C09-83845729AEDA}" dt="2026-10-02T14:18:14.351" v="1"/>
          <pc:sldLayoutMkLst>
            <pc:docMk/>
            <pc:sldMasterMk cId="550514575" sldId="2147483672"/>
            <pc:sldLayoutMk cId="2868918374" sldId="2147483678"/>
          </pc:sldLayoutMkLst>
        </pc:sldLayoutChg>
        <pc:sldLayoutChg chg="add mod replId">
          <pc:chgData name="Mustachio, Brendon" userId="S::mustachb@email.sc.edu::930c95e6-457f-4bfb-8306-56b7d58da7ce" providerId="AD" clId="Web-{F34A3CAE-D12B-7F3A-1C09-83845729AEDA}" dt="2026-10-02T14:18:14.351" v="1"/>
          <pc:sldLayoutMkLst>
            <pc:docMk/>
            <pc:sldMasterMk cId="550514575" sldId="2147483672"/>
            <pc:sldLayoutMk cId="1975500140" sldId="2147483679"/>
          </pc:sldLayoutMkLst>
        </pc:sldLayoutChg>
        <pc:sldLayoutChg chg="add mod replId">
          <pc:chgData name="Mustachio, Brendon" userId="S::mustachb@email.sc.edu::930c95e6-457f-4bfb-8306-56b7d58da7ce" providerId="AD" clId="Web-{F34A3CAE-D12B-7F3A-1C09-83845729AEDA}" dt="2026-10-02T14:18:14.351" v="1"/>
          <pc:sldLayoutMkLst>
            <pc:docMk/>
            <pc:sldMasterMk cId="550514575" sldId="2147483672"/>
            <pc:sldLayoutMk cId="1426796279" sldId="2147483680"/>
          </pc:sldLayoutMkLst>
        </pc:sldLayoutChg>
        <pc:sldLayoutChg chg="add mod replId">
          <pc:chgData name="Mustachio, Brendon" userId="S::mustachb@email.sc.edu::930c95e6-457f-4bfb-8306-56b7d58da7ce" providerId="AD" clId="Web-{F34A3CAE-D12B-7F3A-1C09-83845729AEDA}" dt="2026-10-02T14:18:14.351" v="1"/>
          <pc:sldLayoutMkLst>
            <pc:docMk/>
            <pc:sldMasterMk cId="550514575" sldId="2147483672"/>
            <pc:sldLayoutMk cId="3705025718" sldId="2147483681"/>
          </pc:sldLayoutMkLst>
        </pc:sldLayoutChg>
        <pc:sldLayoutChg chg="add mod replId">
          <pc:chgData name="Mustachio, Brendon" userId="S::mustachb@email.sc.edu::930c95e6-457f-4bfb-8306-56b7d58da7ce" providerId="AD" clId="Web-{F34A3CAE-D12B-7F3A-1C09-83845729AEDA}" dt="2026-10-02T14:18:14.351" v="1"/>
          <pc:sldLayoutMkLst>
            <pc:docMk/>
            <pc:sldMasterMk cId="550514575" sldId="2147483672"/>
            <pc:sldLayoutMk cId="3885759967" sldId="2147483682"/>
          </pc:sldLayoutMkLst>
        </pc:sldLayoutChg>
        <pc:sldLayoutChg chg="add mod replId">
          <pc:chgData name="Mustachio, Brendon" userId="S::mustachb@email.sc.edu::930c95e6-457f-4bfb-8306-56b7d58da7ce" providerId="AD" clId="Web-{F34A3CAE-D12B-7F3A-1C09-83845729AEDA}" dt="2026-10-02T14:18:14.351" v="1"/>
          <pc:sldLayoutMkLst>
            <pc:docMk/>
            <pc:sldMasterMk cId="550514575" sldId="2147483672"/>
            <pc:sldLayoutMk cId="2138525741" sldId="2147483683"/>
          </pc:sldLayoutMkLst>
        </pc:sldLayoutChg>
        <pc:sldLayoutChg chg="add mod replId">
          <pc:chgData name="Mustachio, Brendon" userId="S::mustachb@email.sc.edu::930c95e6-457f-4bfb-8306-56b7d58da7ce" providerId="AD" clId="Web-{F34A3CAE-D12B-7F3A-1C09-83845729AEDA}" dt="2026-10-02T14:18:14.351" v="1"/>
          <pc:sldLayoutMkLst>
            <pc:docMk/>
            <pc:sldMasterMk cId="550514575" sldId="2147483672"/>
            <pc:sldLayoutMk cId="1644302996" sldId="2147483684"/>
          </pc:sldLayoutMkLst>
        </pc:sldLayoutChg>
        <pc:sldLayoutChg chg="add mod replId">
          <pc:chgData name="Mustachio, Brendon" userId="S::mustachb@email.sc.edu::930c95e6-457f-4bfb-8306-56b7d58da7ce" providerId="AD" clId="Web-{F34A3CAE-D12B-7F3A-1C09-83845729AEDA}" dt="2026-10-02T14:18:14.351" v="1"/>
          <pc:sldLayoutMkLst>
            <pc:docMk/>
            <pc:sldMasterMk cId="550514575" sldId="2147483672"/>
            <pc:sldLayoutMk cId="3947447774" sldId="2147483685"/>
          </pc:sldLayoutMkLst>
        </pc:sldLayoutChg>
        <pc:sldLayoutChg chg="add mod replId">
          <pc:chgData name="Mustachio, Brendon" userId="S::mustachb@email.sc.edu::930c95e6-457f-4bfb-8306-56b7d58da7ce" providerId="AD" clId="Web-{F34A3CAE-D12B-7F3A-1C09-83845729AEDA}" dt="2026-10-02T14:18:14.351" v="1"/>
          <pc:sldLayoutMkLst>
            <pc:docMk/>
            <pc:sldMasterMk cId="550514575" sldId="2147483672"/>
            <pc:sldLayoutMk cId="1701942837" sldId="2147483686"/>
          </pc:sldLayoutMkLst>
        </pc:sldLayoutChg>
        <pc:sldLayoutChg chg="add mod replId">
          <pc:chgData name="Mustachio, Brendon" userId="S::mustachb@email.sc.edu::930c95e6-457f-4bfb-8306-56b7d58da7ce" providerId="AD" clId="Web-{F34A3CAE-D12B-7F3A-1C09-83845729AEDA}" dt="2026-10-02T14:18:14.351" v="1"/>
          <pc:sldLayoutMkLst>
            <pc:docMk/>
            <pc:sldMasterMk cId="550514575" sldId="2147483672"/>
            <pc:sldLayoutMk cId="42971838" sldId="2147483687"/>
          </pc:sldLayoutMkLst>
        </pc:sldLayoutChg>
        <pc:sldLayoutChg chg="add mod replId">
          <pc:chgData name="Mustachio, Brendon" userId="S::mustachb@email.sc.edu::930c95e6-457f-4bfb-8306-56b7d58da7ce" providerId="AD" clId="Web-{F34A3CAE-D12B-7F3A-1C09-83845729AEDA}" dt="2026-10-02T14:18:14.351" v="1"/>
          <pc:sldLayoutMkLst>
            <pc:docMk/>
            <pc:sldMasterMk cId="550514575" sldId="2147483672"/>
            <pc:sldLayoutMk cId="3200458461" sldId="2147483688"/>
          </pc:sldLayoutMkLst>
        </pc:sldLayoutChg>
        <pc:sldLayoutChg chg="add mod replId">
          <pc:chgData name="Mustachio, Brendon" userId="S::mustachb@email.sc.edu::930c95e6-457f-4bfb-8306-56b7d58da7ce" providerId="AD" clId="Web-{F34A3CAE-D12B-7F3A-1C09-83845729AEDA}" dt="2026-10-02T14:18:14.351" v="1"/>
          <pc:sldLayoutMkLst>
            <pc:docMk/>
            <pc:sldMasterMk cId="550514575" sldId="2147483672"/>
            <pc:sldLayoutMk cId="1300031409" sldId="2147483689"/>
          </pc:sldLayoutMkLst>
        </pc:sldLayoutChg>
        <pc:sldLayoutChg chg="add mod replId">
          <pc:chgData name="Mustachio, Brendon" userId="S::mustachb@email.sc.edu::930c95e6-457f-4bfb-8306-56b7d58da7ce" providerId="AD" clId="Web-{F34A3CAE-D12B-7F3A-1C09-83845729AEDA}" dt="2026-10-02T14:18:14.351" v="1"/>
          <pc:sldLayoutMkLst>
            <pc:docMk/>
            <pc:sldMasterMk cId="550514575" sldId="2147483672"/>
            <pc:sldLayoutMk cId="2709917494" sldId="2147483690"/>
          </pc:sldLayoutMkLst>
        </pc:sldLayoutChg>
        <pc:sldLayoutChg chg="add mod replId">
          <pc:chgData name="Mustachio, Brendon" userId="S::mustachb@email.sc.edu::930c95e6-457f-4bfb-8306-56b7d58da7ce" providerId="AD" clId="Web-{F34A3CAE-D12B-7F3A-1C09-83845729AEDA}" dt="2026-10-02T14:18:14.351" v="1"/>
          <pc:sldLayoutMkLst>
            <pc:docMk/>
            <pc:sldMasterMk cId="550514575" sldId="2147483672"/>
            <pc:sldLayoutMk cId="3756442811" sldId="2147483691"/>
          </pc:sldLayoutMkLst>
        </pc:sldLayoutChg>
        <pc:sldLayoutChg chg="add mod replId">
          <pc:chgData name="Mustachio, Brendon" userId="S::mustachb@email.sc.edu::930c95e6-457f-4bfb-8306-56b7d58da7ce" providerId="AD" clId="Web-{F34A3CAE-D12B-7F3A-1C09-83845729AEDA}" dt="2026-10-02T14:18:14.351" v="1"/>
          <pc:sldLayoutMkLst>
            <pc:docMk/>
            <pc:sldMasterMk cId="550514575" sldId="2147483672"/>
            <pc:sldLayoutMk cId="2861012846" sldId="2147483692"/>
          </pc:sldLayoutMkLst>
        </pc:sldLayoutChg>
        <pc:sldLayoutChg chg="add mod replId">
          <pc:chgData name="Mustachio, Brendon" userId="S::mustachb@email.sc.edu::930c95e6-457f-4bfb-8306-56b7d58da7ce" providerId="AD" clId="Web-{F34A3CAE-D12B-7F3A-1C09-83845729AEDA}" dt="2026-10-02T14:18:14.351" v="1"/>
          <pc:sldLayoutMkLst>
            <pc:docMk/>
            <pc:sldMasterMk cId="550514575" sldId="2147483672"/>
            <pc:sldLayoutMk cId="741678917" sldId="2147483693"/>
          </pc:sldLayoutMkLst>
        </pc:sldLayoutChg>
        <pc:sldLayoutChg chg="add mod replId">
          <pc:chgData name="Mustachio, Brendon" userId="S::mustachb@email.sc.edu::930c95e6-457f-4bfb-8306-56b7d58da7ce" providerId="AD" clId="Web-{F34A3CAE-D12B-7F3A-1C09-83845729AEDA}" dt="2026-10-02T14:18:14.351" v="1"/>
          <pc:sldLayoutMkLst>
            <pc:docMk/>
            <pc:sldMasterMk cId="550514575" sldId="2147483672"/>
            <pc:sldLayoutMk cId="502424129" sldId="2147483694"/>
          </pc:sldLayoutMkLst>
        </pc:sldLayoutChg>
        <pc:sldLayoutChg chg="add mod replId">
          <pc:chgData name="Mustachio, Brendon" userId="S::mustachb@email.sc.edu::930c95e6-457f-4bfb-8306-56b7d58da7ce" providerId="AD" clId="Web-{F34A3CAE-D12B-7F3A-1C09-83845729AEDA}" dt="2026-10-02T14:18:14.351" v="1"/>
          <pc:sldLayoutMkLst>
            <pc:docMk/>
            <pc:sldMasterMk cId="550514575" sldId="2147483672"/>
            <pc:sldLayoutMk cId="67955828" sldId="2147483695"/>
          </pc:sldLayoutMkLst>
        </pc:sldLayoutChg>
        <pc:sldLayoutChg chg="add mod replId">
          <pc:chgData name="Mustachio, Brendon" userId="S::mustachb@email.sc.edu::930c95e6-457f-4bfb-8306-56b7d58da7ce" providerId="AD" clId="Web-{F34A3CAE-D12B-7F3A-1C09-83845729AEDA}" dt="2026-10-02T14:18:14.351" v="1"/>
          <pc:sldLayoutMkLst>
            <pc:docMk/>
            <pc:sldMasterMk cId="550514575" sldId="2147483672"/>
            <pc:sldLayoutMk cId="3596924858" sldId="2147483696"/>
          </pc:sldLayoutMkLst>
        </pc:sldLayoutChg>
        <pc:sldLayoutChg chg="add mod replId">
          <pc:chgData name="Mustachio, Brendon" userId="S::mustachb@email.sc.edu::930c95e6-457f-4bfb-8306-56b7d58da7ce" providerId="AD" clId="Web-{F34A3CAE-D12B-7F3A-1C09-83845729AEDA}" dt="2026-10-02T14:18:14.351" v="1"/>
          <pc:sldLayoutMkLst>
            <pc:docMk/>
            <pc:sldMasterMk cId="550514575" sldId="2147483672"/>
            <pc:sldLayoutMk cId="4013076330" sldId="2147483697"/>
          </pc:sldLayoutMkLst>
        </pc:sldLayoutChg>
        <pc:sldLayoutChg chg="add mod replId">
          <pc:chgData name="Mustachio, Brendon" userId="S::mustachb@email.sc.edu::930c95e6-457f-4bfb-8306-56b7d58da7ce" providerId="AD" clId="Web-{F34A3CAE-D12B-7F3A-1C09-83845729AEDA}" dt="2026-10-02T14:18:14.351" v="1"/>
          <pc:sldLayoutMkLst>
            <pc:docMk/>
            <pc:sldMasterMk cId="550514575" sldId="2147483672"/>
            <pc:sldLayoutMk cId="2049589491" sldId="2147483698"/>
          </pc:sldLayoutMkLst>
        </pc:sldLayoutChg>
        <pc:sldLayoutChg chg="add mod replId">
          <pc:chgData name="Mustachio, Brendon" userId="S::mustachb@email.sc.edu::930c95e6-457f-4bfb-8306-56b7d58da7ce" providerId="AD" clId="Web-{F34A3CAE-D12B-7F3A-1C09-83845729AEDA}" dt="2026-10-02T14:18:14.351" v="1"/>
          <pc:sldLayoutMkLst>
            <pc:docMk/>
            <pc:sldMasterMk cId="550514575" sldId="2147483672"/>
            <pc:sldLayoutMk cId="2183805421" sldId="2147483699"/>
          </pc:sldLayoutMkLst>
        </pc:sldLayoutChg>
        <pc:sldLayoutChg chg="add mod replId">
          <pc:chgData name="Mustachio, Brendon" userId="S::mustachb@email.sc.edu::930c95e6-457f-4bfb-8306-56b7d58da7ce" providerId="AD" clId="Web-{F34A3CAE-D12B-7F3A-1C09-83845729AEDA}" dt="2026-10-02T14:18:14.351" v="1"/>
          <pc:sldLayoutMkLst>
            <pc:docMk/>
            <pc:sldMasterMk cId="550514575" sldId="2147483672"/>
            <pc:sldLayoutMk cId="2347084921" sldId="2147483700"/>
          </pc:sldLayoutMkLst>
        </pc:sldLayoutChg>
      </pc:sldMasterChg>
    </pc:docChg>
  </pc:docChgLst>
  <pc:docChgLst>
    <pc:chgData name="Mustachio, Brendon" userId="S::mustachb@email.sc.edu::930c95e6-457f-4bfb-8306-56b7d58da7ce" providerId="AD" clId="Web-{28D165C9-2401-09E5-AA0A-7BE0E17DDBC0}"/>
    <pc:docChg chg="addSld delSld modSld">
      <pc:chgData name="Mustachio, Brendon" userId="S::mustachb@email.sc.edu::930c95e6-457f-4bfb-8306-56b7d58da7ce" providerId="AD" clId="Web-{28D165C9-2401-09E5-AA0A-7BE0E17DDBC0}" dt="2026-10-08T19:12:09.258" v="50" actId="1076"/>
      <pc:docMkLst>
        <pc:docMk/>
      </pc:docMkLst>
      <pc:sldChg chg="addSp delSp modSp">
        <pc:chgData name="Mustachio, Brendon" userId="S::mustachb@email.sc.edu::930c95e6-457f-4bfb-8306-56b7d58da7ce" providerId="AD" clId="Web-{28D165C9-2401-09E5-AA0A-7BE0E17DDBC0}" dt="2026-10-08T18:39:08.233" v="35" actId="1076"/>
        <pc:sldMkLst>
          <pc:docMk/>
          <pc:sldMk cId="3040550835" sldId="256"/>
        </pc:sldMkLst>
        <pc:spChg chg="add del">
          <ac:chgData name="Mustachio, Brendon" userId="S::mustachb@email.sc.edu::930c95e6-457f-4bfb-8306-56b7d58da7ce" providerId="AD" clId="Web-{28D165C9-2401-09E5-AA0A-7BE0E17DDBC0}" dt="2026-10-08T18:37:59.135" v="5"/>
          <ac:spMkLst>
            <pc:docMk/>
            <pc:sldMk cId="3040550835" sldId="256"/>
            <ac:spMk id="2" creationId="{57DED661-DA7D-A665-AA77-3EDA6718DBB8}"/>
          </ac:spMkLst>
        </pc:spChg>
        <pc:spChg chg="add mod">
          <ac:chgData name="Mustachio, Brendon" userId="S::mustachb@email.sc.edu::930c95e6-457f-4bfb-8306-56b7d58da7ce" providerId="AD" clId="Web-{28D165C9-2401-09E5-AA0A-7BE0E17DDBC0}" dt="2026-10-08T18:39:08.233" v="35" actId="1076"/>
          <ac:spMkLst>
            <pc:docMk/>
            <pc:sldMk cId="3040550835" sldId="256"/>
            <ac:spMk id="3" creationId="{62E6B2EC-9F29-27AD-12DD-0171A1188BE0}"/>
          </ac:spMkLst>
        </pc:spChg>
      </pc:sldChg>
      <pc:sldChg chg="new del">
        <pc:chgData name="Mustachio, Brendon" userId="S::mustachb@email.sc.edu::930c95e6-457f-4bfb-8306-56b7d58da7ce" providerId="AD" clId="Web-{28D165C9-2401-09E5-AA0A-7BE0E17DDBC0}" dt="2026-10-08T15:56:32.936" v="1"/>
        <pc:sldMkLst>
          <pc:docMk/>
          <pc:sldMk cId="2294912051" sldId="266"/>
        </pc:sldMkLst>
      </pc:sldChg>
      <pc:sldChg chg="new del">
        <pc:chgData name="Mustachio, Brendon" userId="S::mustachb@email.sc.edu::930c95e6-457f-4bfb-8306-56b7d58da7ce" providerId="AD" clId="Web-{28D165C9-2401-09E5-AA0A-7BE0E17DDBC0}" dt="2026-10-08T16:00:58.656" v="3"/>
        <pc:sldMkLst>
          <pc:docMk/>
          <pc:sldMk cId="2349963036" sldId="266"/>
        </pc:sldMkLst>
      </pc:sldChg>
      <pc:sldChg chg="delSp modSp new">
        <pc:chgData name="Mustachio, Brendon" userId="S::mustachb@email.sc.edu::930c95e6-457f-4bfb-8306-56b7d58da7ce" providerId="AD" clId="Web-{28D165C9-2401-09E5-AA0A-7BE0E17DDBC0}" dt="2026-10-08T19:12:09.258" v="50" actId="1076"/>
        <pc:sldMkLst>
          <pc:docMk/>
          <pc:sldMk cId="2762910309" sldId="266"/>
        </pc:sldMkLst>
        <pc:spChg chg="mod">
          <ac:chgData name="Mustachio, Brendon" userId="S::mustachb@email.sc.edu::930c95e6-457f-4bfb-8306-56b7d58da7ce" providerId="AD" clId="Web-{28D165C9-2401-09E5-AA0A-7BE0E17DDBC0}" dt="2026-10-08T19:12:09.258" v="50" actId="1076"/>
          <ac:spMkLst>
            <pc:docMk/>
            <pc:sldMk cId="2762910309" sldId="266"/>
            <ac:spMk id="2" creationId="{4B715C71-08AD-996C-701B-81A2EFCE26AA}"/>
          </ac:spMkLst>
        </pc:spChg>
        <pc:spChg chg="del">
          <ac:chgData name="Mustachio, Brendon" userId="S::mustachb@email.sc.edu::930c95e6-457f-4bfb-8306-56b7d58da7ce" providerId="AD" clId="Web-{28D165C9-2401-09E5-AA0A-7BE0E17DDBC0}" dt="2026-10-08T19:11:58.211" v="49"/>
          <ac:spMkLst>
            <pc:docMk/>
            <pc:sldMk cId="2762910309" sldId="266"/>
            <ac:spMk id="3" creationId="{8754F5B0-1317-4D1D-D657-4810F728A9EA}"/>
          </ac:spMkLst>
        </pc:spChg>
      </pc:sldChg>
    </pc:docChg>
  </pc:docChgLst>
  <pc:docChgLst>
    <pc:chgData name="Mustachio, Brendon" userId="S::mustachb@email.sc.edu::930c95e6-457f-4bfb-8306-56b7d58da7ce" providerId="AD" clId="Web-{1F6AED09-CA5B-28C7-EB56-477347E157EB}"/>
    <pc:docChg chg="addSld delSld modSld sldOrd">
      <pc:chgData name="Mustachio, Brendon" userId="S::mustachb@email.sc.edu::930c95e6-457f-4bfb-8306-56b7d58da7ce" providerId="AD" clId="Web-{1F6AED09-CA5B-28C7-EB56-477347E157EB}" dt="2026-10-03T18:25:57.825" v="2952" actId="20577"/>
      <pc:docMkLst>
        <pc:docMk/>
      </pc:docMkLst>
      <pc:sldChg chg="modSp">
        <pc:chgData name="Mustachio, Brendon" userId="S::mustachb@email.sc.edu::930c95e6-457f-4bfb-8306-56b7d58da7ce" providerId="AD" clId="Web-{1F6AED09-CA5B-28C7-EB56-477347E157EB}" dt="2026-10-03T16:25:49.150" v="60" actId="1076"/>
        <pc:sldMkLst>
          <pc:docMk/>
          <pc:sldMk cId="3040550835" sldId="256"/>
        </pc:sldMkLst>
        <pc:spChg chg="mod">
          <ac:chgData name="Mustachio, Brendon" userId="S::mustachb@email.sc.edu::930c95e6-457f-4bfb-8306-56b7d58da7ce" providerId="AD" clId="Web-{1F6AED09-CA5B-28C7-EB56-477347E157EB}" dt="2026-10-03T16:25:49.150" v="60" actId="1076"/>
          <ac:spMkLst>
            <pc:docMk/>
            <pc:sldMk cId="3040550835" sldId="256"/>
            <ac:spMk id="8" creationId="{797928DB-061B-2224-00C5-037EAB1FDA21}"/>
          </ac:spMkLst>
        </pc:spChg>
        <pc:spChg chg="mod">
          <ac:chgData name="Mustachio, Brendon" userId="S::mustachb@email.sc.edu::930c95e6-457f-4bfb-8306-56b7d58da7ce" providerId="AD" clId="Web-{1F6AED09-CA5B-28C7-EB56-477347E157EB}" dt="2026-10-03T16:25:46.384" v="59" actId="1076"/>
          <ac:spMkLst>
            <pc:docMk/>
            <pc:sldMk cId="3040550835" sldId="256"/>
            <ac:spMk id="10" creationId="{BD1D1128-47D8-B5E6-C2DA-1AE9105F7E95}"/>
          </ac:spMkLst>
        </pc:spChg>
      </pc:sldChg>
      <pc:sldChg chg="modSp">
        <pc:chgData name="Mustachio, Brendon" userId="S::mustachb@email.sc.edu::930c95e6-457f-4bfb-8306-56b7d58da7ce" providerId="AD" clId="Web-{1F6AED09-CA5B-28C7-EB56-477347E157EB}" dt="2026-10-03T16:31:02.460" v="347" actId="20577"/>
        <pc:sldMkLst>
          <pc:docMk/>
          <pc:sldMk cId="1121330839" sldId="257"/>
        </pc:sldMkLst>
        <pc:spChg chg="mod">
          <ac:chgData name="Mustachio, Brendon" userId="S::mustachb@email.sc.edu::930c95e6-457f-4bfb-8306-56b7d58da7ce" providerId="AD" clId="Web-{1F6AED09-CA5B-28C7-EB56-477347E157EB}" dt="2026-10-03T16:26:41.028" v="77" actId="1076"/>
          <ac:spMkLst>
            <pc:docMk/>
            <pc:sldMk cId="1121330839" sldId="257"/>
            <ac:spMk id="2" creationId="{C907AC6F-EFE1-4A0F-1FA7-A5FF4FA6E70C}"/>
          </ac:spMkLst>
        </pc:spChg>
        <pc:spChg chg="mod">
          <ac:chgData name="Mustachio, Brendon" userId="S::mustachb@email.sc.edu::930c95e6-457f-4bfb-8306-56b7d58da7ce" providerId="AD" clId="Web-{1F6AED09-CA5B-28C7-EB56-477347E157EB}" dt="2026-10-03T16:31:02.460" v="347" actId="20577"/>
          <ac:spMkLst>
            <pc:docMk/>
            <pc:sldMk cId="1121330839" sldId="257"/>
            <ac:spMk id="3" creationId="{F9EF8E8F-4015-B617-5B33-4DE12BBFF796}"/>
          </ac:spMkLst>
        </pc:spChg>
      </pc:sldChg>
      <pc:sldChg chg="addSp modSp new">
        <pc:chgData name="Mustachio, Brendon" userId="S::mustachb@email.sc.edu::930c95e6-457f-4bfb-8306-56b7d58da7ce" providerId="AD" clId="Web-{1F6AED09-CA5B-28C7-EB56-477347E157EB}" dt="2026-10-03T17:57:49.872" v="1014" actId="20577"/>
        <pc:sldMkLst>
          <pc:docMk/>
          <pc:sldMk cId="1549340732" sldId="260"/>
        </pc:sldMkLst>
        <pc:spChg chg="mod">
          <ac:chgData name="Mustachio, Brendon" userId="S::mustachb@email.sc.edu::930c95e6-457f-4bfb-8306-56b7d58da7ce" providerId="AD" clId="Web-{1F6AED09-CA5B-28C7-EB56-477347E157EB}" dt="2026-10-03T16:32:55.213" v="362" actId="20577"/>
          <ac:spMkLst>
            <pc:docMk/>
            <pc:sldMk cId="1549340732" sldId="260"/>
            <ac:spMk id="2" creationId="{8AD34DB8-98AB-912D-A519-6C372B7D6122}"/>
          </ac:spMkLst>
        </pc:spChg>
        <pc:spChg chg="mod">
          <ac:chgData name="Mustachio, Brendon" userId="S::mustachb@email.sc.edu::930c95e6-457f-4bfb-8306-56b7d58da7ce" providerId="AD" clId="Web-{1F6AED09-CA5B-28C7-EB56-477347E157EB}" dt="2026-10-03T17:57:49.872" v="1014" actId="20577"/>
          <ac:spMkLst>
            <pc:docMk/>
            <pc:sldMk cId="1549340732" sldId="260"/>
            <ac:spMk id="3" creationId="{EB3EFD87-F47C-6AE9-6923-3946E1C89F26}"/>
          </ac:spMkLst>
        </pc:spChg>
        <pc:spChg chg="add mod">
          <ac:chgData name="Mustachio, Brendon" userId="S::mustachb@email.sc.edu::930c95e6-457f-4bfb-8306-56b7d58da7ce" providerId="AD" clId="Web-{1F6AED09-CA5B-28C7-EB56-477347E157EB}" dt="2026-10-03T17:55:22.576" v="902" actId="20577"/>
          <ac:spMkLst>
            <pc:docMk/>
            <pc:sldMk cId="1549340732" sldId="260"/>
            <ac:spMk id="4" creationId="{DA958868-324E-505A-B086-AAE7670FD61B}"/>
          </ac:spMkLst>
        </pc:spChg>
        <pc:spChg chg="add mod">
          <ac:chgData name="Mustachio, Brendon" userId="S::mustachb@email.sc.edu::930c95e6-457f-4bfb-8306-56b7d58da7ce" providerId="AD" clId="Web-{1F6AED09-CA5B-28C7-EB56-477347E157EB}" dt="2026-10-03T17:57:07.309" v="970" actId="20577"/>
          <ac:spMkLst>
            <pc:docMk/>
            <pc:sldMk cId="1549340732" sldId="260"/>
            <ac:spMk id="5" creationId="{F638EC2D-6F6F-0E52-3D19-A7E0270B1639}"/>
          </ac:spMkLst>
        </pc:spChg>
        <pc:spChg chg="add mod">
          <ac:chgData name="Mustachio, Brendon" userId="S::mustachb@email.sc.edu::930c95e6-457f-4bfb-8306-56b7d58da7ce" providerId="AD" clId="Web-{1F6AED09-CA5B-28C7-EB56-477347E157EB}" dt="2026-10-03T17:53:33.296" v="763" actId="1076"/>
          <ac:spMkLst>
            <pc:docMk/>
            <pc:sldMk cId="1549340732" sldId="260"/>
            <ac:spMk id="6" creationId="{555C7664-F1CC-4CA8-1BF5-4D3DEB4DD45E}"/>
          </ac:spMkLst>
        </pc:spChg>
        <pc:spChg chg="add mod">
          <ac:chgData name="Mustachio, Brendon" userId="S::mustachb@email.sc.edu::930c95e6-457f-4bfb-8306-56b7d58da7ce" providerId="AD" clId="Web-{1F6AED09-CA5B-28C7-EB56-477347E157EB}" dt="2026-10-03T17:56:58.138" v="967" actId="20577"/>
          <ac:spMkLst>
            <pc:docMk/>
            <pc:sldMk cId="1549340732" sldId="260"/>
            <ac:spMk id="7" creationId="{A224FF14-8827-640B-16E0-053B89E9D7D8}"/>
          </ac:spMkLst>
        </pc:spChg>
      </pc:sldChg>
      <pc:sldChg chg="addSp delSp modSp new">
        <pc:chgData name="Mustachio, Brendon" userId="S::mustachb@email.sc.edu::930c95e6-457f-4bfb-8306-56b7d58da7ce" providerId="AD" clId="Web-{1F6AED09-CA5B-28C7-EB56-477347E157EB}" dt="2026-10-03T18:07:28.601" v="1849"/>
        <pc:sldMkLst>
          <pc:docMk/>
          <pc:sldMk cId="3384312982" sldId="262"/>
        </pc:sldMkLst>
        <pc:spChg chg="mod">
          <ac:chgData name="Mustachio, Brendon" userId="S::mustachb@email.sc.edu::930c95e6-457f-4bfb-8306-56b7d58da7ce" providerId="AD" clId="Web-{1F6AED09-CA5B-28C7-EB56-477347E157EB}" dt="2026-10-03T17:58:27.684" v="1039" actId="20577"/>
          <ac:spMkLst>
            <pc:docMk/>
            <pc:sldMk cId="3384312982" sldId="262"/>
            <ac:spMk id="2" creationId="{C5E1DF95-E4D5-AE19-AA38-9F45670693D5}"/>
          </ac:spMkLst>
        </pc:spChg>
        <pc:spChg chg="add mod">
          <ac:chgData name="Mustachio, Brendon" userId="S::mustachb@email.sc.edu::930c95e6-457f-4bfb-8306-56b7d58da7ce" providerId="AD" clId="Web-{1F6AED09-CA5B-28C7-EB56-477347E157EB}" dt="2026-10-03T18:06:12.914" v="1543" actId="20577"/>
          <ac:spMkLst>
            <pc:docMk/>
            <pc:sldMk cId="3384312982" sldId="262"/>
            <ac:spMk id="5" creationId="{8E951F1D-0CF4-AA16-4D71-8CE9C0F377B7}"/>
          </ac:spMkLst>
        </pc:spChg>
        <pc:graphicFrameChg chg="add mod ord modGraphic">
          <ac:chgData name="Mustachio, Brendon" userId="S::mustachb@email.sc.edu::930c95e6-457f-4bfb-8306-56b7d58da7ce" providerId="AD" clId="Web-{1F6AED09-CA5B-28C7-EB56-477347E157EB}" dt="2026-10-03T18:07:28.601" v="1849"/>
          <ac:graphicFrameMkLst>
            <pc:docMk/>
            <pc:sldMk cId="3384312982" sldId="262"/>
            <ac:graphicFrameMk id="4" creationId="{60E35E69-AD12-C417-B469-7E29640C52CF}"/>
          </ac:graphicFrameMkLst>
        </pc:graphicFrameChg>
      </pc:sldChg>
      <pc:sldChg chg="modSp new">
        <pc:chgData name="Mustachio, Brendon" userId="S::mustachb@email.sc.edu::930c95e6-457f-4bfb-8306-56b7d58da7ce" providerId="AD" clId="Web-{1F6AED09-CA5B-28C7-EB56-477347E157EB}" dt="2026-10-03T18:19:15.797" v="2605" actId="20577"/>
        <pc:sldMkLst>
          <pc:docMk/>
          <pc:sldMk cId="129135857" sldId="263"/>
        </pc:sldMkLst>
        <pc:spChg chg="mod">
          <ac:chgData name="Mustachio, Brendon" userId="S::mustachb@email.sc.edu::930c95e6-457f-4bfb-8306-56b7d58da7ce" providerId="AD" clId="Web-{1F6AED09-CA5B-28C7-EB56-477347E157EB}" dt="2026-10-03T18:15:21.268" v="2227" actId="1076"/>
          <ac:spMkLst>
            <pc:docMk/>
            <pc:sldMk cId="129135857" sldId="263"/>
            <ac:spMk id="2" creationId="{E5D5D565-E372-5E52-610B-D87EB610D699}"/>
          </ac:spMkLst>
        </pc:spChg>
        <pc:spChg chg="mod">
          <ac:chgData name="Mustachio, Brendon" userId="S::mustachb@email.sc.edu::930c95e6-457f-4bfb-8306-56b7d58da7ce" providerId="AD" clId="Web-{1F6AED09-CA5B-28C7-EB56-477347E157EB}" dt="2026-10-03T18:19:15.797" v="2605" actId="20577"/>
          <ac:spMkLst>
            <pc:docMk/>
            <pc:sldMk cId="129135857" sldId="263"/>
            <ac:spMk id="3" creationId="{1F09D63E-0D09-0949-D28B-2AB4E4A43689}"/>
          </ac:spMkLst>
        </pc:spChg>
      </pc:sldChg>
      <pc:sldChg chg="modSp new ord">
        <pc:chgData name="Mustachio, Brendon" userId="S::mustachb@email.sc.edu::930c95e6-457f-4bfb-8306-56b7d58da7ce" providerId="AD" clId="Web-{1F6AED09-CA5B-28C7-EB56-477347E157EB}" dt="2026-10-03T18:14:59.503" v="2215" actId="20577"/>
        <pc:sldMkLst>
          <pc:docMk/>
          <pc:sldMk cId="1099762766" sldId="264"/>
        </pc:sldMkLst>
        <pc:spChg chg="mod">
          <ac:chgData name="Mustachio, Brendon" userId="S::mustachb@email.sc.edu::930c95e6-457f-4bfb-8306-56b7d58da7ce" providerId="AD" clId="Web-{1F6AED09-CA5B-28C7-EB56-477347E157EB}" dt="2026-10-03T18:08:27.944" v="1868" actId="1076"/>
          <ac:spMkLst>
            <pc:docMk/>
            <pc:sldMk cId="1099762766" sldId="264"/>
            <ac:spMk id="2" creationId="{5CB29471-6BC9-A96E-A255-4334858EF85F}"/>
          </ac:spMkLst>
        </pc:spChg>
        <pc:spChg chg="mod">
          <ac:chgData name="Mustachio, Brendon" userId="S::mustachb@email.sc.edu::930c95e6-457f-4bfb-8306-56b7d58da7ce" providerId="AD" clId="Web-{1F6AED09-CA5B-28C7-EB56-477347E157EB}" dt="2026-10-03T18:14:59.503" v="2215" actId="20577"/>
          <ac:spMkLst>
            <pc:docMk/>
            <pc:sldMk cId="1099762766" sldId="264"/>
            <ac:spMk id="3" creationId="{551642E0-B6BF-9ED4-2F1D-8391212D27D1}"/>
          </ac:spMkLst>
        </pc:spChg>
      </pc:sldChg>
      <pc:sldChg chg="modSp new">
        <pc:chgData name="Mustachio, Brendon" userId="S::mustachb@email.sc.edu::930c95e6-457f-4bfb-8306-56b7d58da7ce" providerId="AD" clId="Web-{1F6AED09-CA5B-28C7-EB56-477347E157EB}" dt="2026-10-03T18:25:57.825" v="2952" actId="20577"/>
        <pc:sldMkLst>
          <pc:docMk/>
          <pc:sldMk cId="167630813" sldId="265"/>
        </pc:sldMkLst>
        <pc:spChg chg="mod">
          <ac:chgData name="Mustachio, Brendon" userId="S::mustachb@email.sc.edu::930c95e6-457f-4bfb-8306-56b7d58da7ce" providerId="AD" clId="Web-{1F6AED09-CA5B-28C7-EB56-477347E157EB}" dt="2026-10-03T18:20:10.922" v="2627" actId="20577"/>
          <ac:spMkLst>
            <pc:docMk/>
            <pc:sldMk cId="167630813" sldId="265"/>
            <ac:spMk id="2" creationId="{90432EF1-3D5F-4732-23F9-E992A76B9574}"/>
          </ac:spMkLst>
        </pc:spChg>
        <pc:spChg chg="mod">
          <ac:chgData name="Mustachio, Brendon" userId="S::mustachb@email.sc.edu::930c95e6-457f-4bfb-8306-56b7d58da7ce" providerId="AD" clId="Web-{1F6AED09-CA5B-28C7-EB56-477347E157EB}" dt="2026-10-03T18:25:57.825" v="2952" actId="20577"/>
          <ac:spMkLst>
            <pc:docMk/>
            <pc:sldMk cId="167630813" sldId="265"/>
            <ac:spMk id="3" creationId="{DFD7DA79-DBE7-1D2C-B416-43C9AD0FCFB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7005" y="1016955"/>
            <a:ext cx="9140954" cy="3346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963" y="4869030"/>
            <a:ext cx="7152030" cy="9872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82023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77000"/>
            <a:ext cx="188595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95E4919-E033-41C8-AEE2-17504250F7D3}" type="datetimeFigureOut">
              <a:rPr lang="en-US" dirty="0"/>
              <a:t>10/8/2026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1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31FF2A-9DA0-DC5C-0C53-91FDE15093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4208E-B529-0934-86E0-24278D43C68A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422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526932-58BC-3B05-A619-8FE2BA7973DD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751EC6-9764-CDDF-E8BC-793AD483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A395EC9-5212-9F09-E9FA-0AB62AFB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8458-1A7A-4A29-A16B-4424C6D3B5E6}" type="datetimeFigureOut">
              <a:rPr lang="en-US" dirty="0"/>
              <a:pPr/>
              <a:t>10/8/2026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6E48EB-E81D-8C6A-DBE6-738017E5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95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572000"/>
            <a:ext cx="11125201" cy="11125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5715000"/>
            <a:ext cx="11125201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1999" cy="3981764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 t="-419" b="-419"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10036" y="6476999"/>
            <a:ext cx="188054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F2562D4-D383-4177-95F1-F65B47D1CEF7}" type="datetimeFigureOut">
              <a:rPr lang="en-US" dirty="0"/>
              <a:t>10/8/2026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95976" y="6477000"/>
            <a:ext cx="66262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5550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6071" y="1016955"/>
            <a:ext cx="3872530" cy="3726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cap="all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6071" y="5134926"/>
            <a:ext cx="3868420" cy="11134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BE7EAD-CCCA-EA7C-0263-265AA3E43C5E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0" y="0"/>
            <a:ext cx="7224095" cy="6858000"/>
          </a:xfrm>
          <a:custGeom>
            <a:avLst/>
            <a:gdLst/>
            <a:ahLst/>
            <a:cxnLst/>
            <a:rect l="l" t="t" r="r" b="b"/>
            <a:pathLst>
              <a:path w="7224095" h="6858000">
                <a:moveTo>
                  <a:pt x="0" y="629614"/>
                </a:moveTo>
                <a:lnTo>
                  <a:pt x="7224095" y="629614"/>
                </a:lnTo>
                <a:lnTo>
                  <a:pt x="7224095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7224095" y="0"/>
                </a:lnTo>
                <a:lnTo>
                  <a:pt x="7224095" y="565606"/>
                </a:lnTo>
                <a:lnTo>
                  <a:pt x="0" y="565606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67937" y="6476999"/>
            <a:ext cx="189584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2" y="6476999"/>
            <a:ext cx="93759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9C7A302-1799-4123-960A-AC3BB0278DAE}" type="datetimeFigureOut">
              <a:rPr lang="en-US" dirty="0"/>
              <a:t>10/8/2026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77000"/>
            <a:ext cx="657221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79DE85-4541-95AA-B871-7CBAD2BA1550}"/>
              </a:ext>
            </a:extLst>
          </p:cNvPr>
          <p:cNvSpPr/>
          <p:nvPr/>
        </p:nvSpPr>
        <p:spPr>
          <a:xfrm>
            <a:off x="0" y="565606"/>
            <a:ext cx="1155797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07596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3400" y="1143000"/>
            <a:ext cx="8576636" cy="5271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cap="all" baseline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92240"/>
            <a:ext cx="18913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4E88643-CA1F-4663-8C06-BD5ECF50899D}" type="datetimeFigureOut">
              <a:rPr lang="en-US" dirty="0"/>
              <a:t>10/8/2026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F1B314-6B95-45EC-8168-CEA297F1BD40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E8A7FA-CBEB-E74B-AC79-5D830DAFC993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429228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AE97C67-C2EB-5515-0FDC-A535220C9DF0}"/>
              </a:ext>
            </a:extLst>
          </p:cNvPr>
          <p:cNvSpPr/>
          <p:nvPr/>
        </p:nvSpPr>
        <p:spPr>
          <a:xfrm>
            <a:off x="9110035" y="0"/>
            <a:ext cx="30819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1016955"/>
            <a:ext cx="8195646" cy="1127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 cap="all" baseline="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6858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 marL="12573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575848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91885" y="6492240"/>
            <a:ext cx="176399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B73E6FC-8E19-48D4-B829-246931AD4AF3}" type="datetimeFigureOut">
              <a:rPr lang="en-US" dirty="0"/>
              <a:t>10/8/2026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1271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8CA726-6257-4F3F-9296-A3CF5DCA19DB}"/>
              </a:ext>
            </a:extLst>
          </p:cNvPr>
          <p:cNvSpPr/>
          <p:nvPr/>
        </p:nvSpPr>
        <p:spPr>
          <a:xfrm>
            <a:off x="634029" y="2144714"/>
            <a:ext cx="8476007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68918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C713386-53DE-AEBA-6318-6C7146DE2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3517" y="1386842"/>
            <a:ext cx="6315083" cy="1127758"/>
          </a:xfrm>
        </p:spPr>
        <p:txBody>
          <a:bodyPr>
            <a:normAutofit/>
          </a:bodyPr>
          <a:lstStyle>
            <a:lvl1pPr>
              <a:defRPr sz="7200" cap="all" baseline="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440984A-B82C-18F1-2933-6DF295884CE0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0" y="0"/>
            <a:ext cx="440055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3518" y="2886089"/>
            <a:ext cx="6315082" cy="333691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5715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3518" y="6477000"/>
            <a:ext cx="3771905" cy="381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0821" y="6477000"/>
            <a:ext cx="1875160" cy="381001"/>
          </a:xfrm>
          <a:prstGeom prst="rect">
            <a:avLst/>
          </a:prstGeom>
        </p:spPr>
        <p:txBody>
          <a:bodyPr/>
          <a:lstStyle/>
          <a:p>
            <a:fld id="{20AF2805-09FE-4E19-BD3D-273F9C4FB4DD}" type="datetimeFigureOut">
              <a:rPr lang="en-US" dirty="0"/>
              <a:t>10/8/2026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86" y="6477000"/>
            <a:ext cx="662614" cy="381001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E5CA23-2176-4B29-AB27-EDD9AC417271}"/>
              </a:ext>
            </a:extLst>
          </p:cNvPr>
          <p:cNvSpPr/>
          <p:nvPr/>
        </p:nvSpPr>
        <p:spPr>
          <a:xfrm>
            <a:off x="4400554" y="2496190"/>
            <a:ext cx="779144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75500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91539" cy="408358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3" cy="40835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1E532691-8605-4D75-9B37-0F29951CF35A}" type="datetimeFigureOut">
              <a:rPr lang="en-US" dirty="0"/>
              <a:t>10/8/2026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E531BB-71E1-57EF-0879-5979B0C95458}"/>
              </a:ext>
            </a:extLst>
          </p:cNvPr>
          <p:cNvSpPr/>
          <p:nvPr/>
        </p:nvSpPr>
        <p:spPr>
          <a:xfrm>
            <a:off x="4024938" y="570037"/>
            <a:ext cx="8167062" cy="59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FD272-0797-A5C1-BAB9-E68F518B8158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26796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3486153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4" cy="5490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AF504E6F-5E20-457A-A4D7-010D88E2AB6A}" type="datetimeFigureOut">
              <a:rPr lang="en-US" dirty="0"/>
              <a:t>10/8/2026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22775-D819-CE59-81DF-9A22F9309472}"/>
              </a:ext>
            </a:extLst>
          </p:cNvPr>
          <p:cNvSpPr/>
          <p:nvPr/>
        </p:nvSpPr>
        <p:spPr>
          <a:xfrm>
            <a:off x="4017310" y="565607"/>
            <a:ext cx="817469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D59CA-78A2-7B8F-A9C7-E86B47BEAE5E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05025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523" y="1016956"/>
            <a:ext cx="6696076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9EF452C-FB1E-E93B-DCC5-1D98DE017953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4400554" cy="6858000"/>
          </a:xfrm>
          <a:custGeom>
            <a:avLst/>
            <a:gdLst/>
            <a:ahLst/>
            <a:cxnLst/>
            <a:rect l="l" t="t" r="r" b="b"/>
            <a:pathLst>
              <a:path w="4400554" h="6858000">
                <a:moveTo>
                  <a:pt x="0" y="634999"/>
                </a:moveTo>
                <a:lnTo>
                  <a:pt x="4400554" y="634999"/>
                </a:lnTo>
                <a:lnTo>
                  <a:pt x="4400554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400554" y="0"/>
                </a:lnTo>
                <a:lnTo>
                  <a:pt x="4400554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3" y="2145668"/>
            <a:ext cx="6689892" cy="41183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64103" y="6477000"/>
            <a:ext cx="470790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72013" y="6477000"/>
            <a:ext cx="132936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33F4C8-FF6A-458A-9544-1F0DF90A3B6B}" type="datetimeFigureOut">
              <a:rPr lang="en-US" dirty="0"/>
              <a:t>10/8/2026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77000"/>
            <a:ext cx="65722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C16BEA9-7D3A-E34B-4442-F0BFB853F3F8}"/>
              </a:ext>
            </a:extLst>
          </p:cNvPr>
          <p:cNvSpPr/>
          <p:nvPr/>
        </p:nvSpPr>
        <p:spPr>
          <a:xfrm>
            <a:off x="4408228" y="570993"/>
            <a:ext cx="7142064" cy="64006"/>
          </a:xfrm>
          <a:custGeom>
            <a:avLst/>
            <a:gdLst/>
            <a:ahLst/>
            <a:cxnLst/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462211-E1BA-E90A-00F8-E717C7293E42}"/>
              </a:ext>
            </a:extLst>
          </p:cNvPr>
          <p:cNvSpPr/>
          <p:nvPr/>
        </p:nvSpPr>
        <p:spPr>
          <a:xfrm>
            <a:off x="-2282" y="570991"/>
            <a:ext cx="441051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85759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3" y="1016955"/>
            <a:ext cx="7026437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87476243-EB8F-9EFF-F789-0088ABBB0FB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3998133" cy="6858000"/>
          </a:xfrm>
          <a:custGeom>
            <a:avLst/>
            <a:gdLst/>
            <a:ahLst/>
            <a:cxnLst/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2145668"/>
            <a:ext cx="7026432" cy="40773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7" y="6477000"/>
            <a:ext cx="542623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4" y="6477000"/>
            <a:ext cx="94297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1E8540-4D23-42CD-8A63-F2EAD91093A7}" type="datetimeFigureOut">
              <a:rPr lang="en-US" dirty="0"/>
              <a:t>10/8/2026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4" y="6477000"/>
            <a:ext cx="65722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CF4FA5C-D406-8202-9143-DAEA62C5C872}"/>
              </a:ext>
            </a:extLst>
          </p:cNvPr>
          <p:cNvSpPr/>
          <p:nvPr/>
        </p:nvSpPr>
        <p:spPr>
          <a:xfrm>
            <a:off x="0" y="570992"/>
            <a:ext cx="4019552" cy="64008"/>
          </a:xfrm>
          <a:custGeom>
            <a:avLst/>
            <a:gdLst/>
            <a:ahLst/>
            <a:cxnLst/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82645EB-0315-BBF0-B28C-6A31158DE8D1}"/>
              </a:ext>
            </a:extLst>
          </p:cNvPr>
          <p:cNvSpPr/>
          <p:nvPr/>
        </p:nvSpPr>
        <p:spPr>
          <a:xfrm>
            <a:off x="3997235" y="570992"/>
            <a:ext cx="7560729" cy="64008"/>
          </a:xfrm>
          <a:custGeom>
            <a:avLst/>
            <a:gdLst/>
            <a:ahLst/>
            <a:cxnLst/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38525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6858000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145668"/>
            <a:ext cx="6858000" cy="40935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1" y="6464300"/>
            <a:ext cx="5366715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0115" y="6464300"/>
            <a:ext cx="929303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B456EB-19FD-4A38-8010-F86DE924658C}" type="datetimeFigureOut">
              <a:rPr lang="en-US" dirty="0"/>
              <a:t>10/8/2026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29424" y="6464300"/>
            <a:ext cx="561977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70CE66A-15FE-D8FB-D711-D3BB0755F0D1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8193866" y="1"/>
            <a:ext cx="3998133" cy="6858000"/>
          </a:xfrm>
          <a:custGeom>
            <a:avLst/>
            <a:gdLst/>
            <a:ahLst/>
            <a:cxnLst/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19B021D-A5A3-D515-C491-988160E0708C}"/>
              </a:ext>
            </a:extLst>
          </p:cNvPr>
          <p:cNvSpPr/>
          <p:nvPr/>
        </p:nvSpPr>
        <p:spPr>
          <a:xfrm>
            <a:off x="8172447" y="570992"/>
            <a:ext cx="4019552" cy="64008"/>
          </a:xfrm>
          <a:custGeom>
            <a:avLst/>
            <a:gdLst/>
            <a:ahLst/>
            <a:cxnLst/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6879252-7B61-583A-CF4D-92BF27416ADC}"/>
              </a:ext>
            </a:extLst>
          </p:cNvPr>
          <p:cNvSpPr/>
          <p:nvPr/>
        </p:nvSpPr>
        <p:spPr>
          <a:xfrm>
            <a:off x="633137" y="570992"/>
            <a:ext cx="7560729" cy="64008"/>
          </a:xfrm>
          <a:custGeom>
            <a:avLst/>
            <a:gdLst/>
            <a:ahLst/>
            <a:cxnLst/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44302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4573438" cy="13289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495232"/>
            <a:ext cx="4573438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292155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54946" y="6477000"/>
            <a:ext cx="110099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ADCD4E-3EB5-4828-8896-DAF01418F813}" type="datetimeFigureOut">
              <a:rPr lang="en-US" dirty="0"/>
              <a:t>10/8/2026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53312" y="6477000"/>
            <a:ext cx="552253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03B3571-8BEB-7B5F-5141-60BE7E4F2B98}"/>
              </a:ext>
            </a:extLst>
          </p:cNvPr>
          <p:cNvSpPr/>
          <p:nvPr/>
        </p:nvSpPr>
        <p:spPr>
          <a:xfrm>
            <a:off x="631405" y="570990"/>
            <a:ext cx="5024894" cy="64008"/>
          </a:xfrm>
          <a:custGeom>
            <a:avLst/>
            <a:gdLst/>
            <a:ahLst/>
            <a:cxnLst/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47447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275" y="1016955"/>
            <a:ext cx="3445936" cy="13289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056A831-274A-4E01-51DC-29FC50834A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33400" y="2495232"/>
            <a:ext cx="3445936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0" y="6477000"/>
            <a:ext cx="207677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10177" y="6477000"/>
            <a:ext cx="94976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8BB81F-FF8D-4CDB-8C81-6D8C7DBC8B8C}" type="datetimeFigureOut">
              <a:rPr lang="en-US" dirty="0"/>
              <a:t>10/8/2026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9943" y="6477000"/>
            <a:ext cx="42920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0BBEF0D8-DF37-CB82-D6FC-4B18E864B26C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602979" y="0"/>
            <a:ext cx="7584144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8DC2254B-5D42-9D5B-16C8-9FAF562F458A}"/>
              </a:ext>
            </a:extLst>
          </p:cNvPr>
          <p:cNvSpPr/>
          <p:nvPr/>
        </p:nvSpPr>
        <p:spPr>
          <a:xfrm>
            <a:off x="615697" y="570989"/>
            <a:ext cx="3987282" cy="64012"/>
          </a:xfrm>
          <a:custGeom>
            <a:avLst/>
            <a:gdLst/>
            <a:ahLst/>
            <a:cxnLst/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019428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1016955"/>
            <a:ext cx="2770539" cy="1875475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/>
            <a:ahLst/>
            <a:cxnLst/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769544" cy="2844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477000"/>
            <a:ext cx="140446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477000"/>
            <a:ext cx="70885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D491FD6-320B-4F77-8F99-6D2F5BCDF640}" type="datetimeFigureOut">
              <a:rPr lang="en-US" dirty="0"/>
              <a:t>10/8/2026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80" y="6477000"/>
            <a:ext cx="65722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AEE3D4D-61F7-E7A0-0EB4-DE705A2CAF60}"/>
              </a:ext>
            </a:extLst>
          </p:cNvPr>
          <p:cNvSpPr/>
          <p:nvPr/>
        </p:nvSpPr>
        <p:spPr>
          <a:xfrm>
            <a:off x="8326322" y="570989"/>
            <a:ext cx="3332277" cy="64008"/>
          </a:xfrm>
          <a:custGeom>
            <a:avLst/>
            <a:gdLst/>
            <a:ahLst/>
            <a:cxnLst/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9718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23948"/>
            <a:ext cx="3486152" cy="25990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1" y="0"/>
            <a:ext cx="12192000" cy="3242949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3623949"/>
            <a:ext cx="7252664" cy="259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708C1C0-E3FE-42AC-82A3-E6DC4F473B5F}" type="datetimeFigureOut">
              <a:rPr lang="en-US" dirty="0"/>
              <a:t>10/8/2026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4584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11125199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" name="Picture Placeholder 11">
            <a:extLst>
              <a:ext uri="{FF2B5EF4-FFF2-40B4-BE49-F238E27FC236}">
                <a16:creationId xmlns:a16="http://schemas.microsoft.com/office/drawing/2014/main" id="{61ACD7CC-7A35-CC8D-F7DA-128B795065B1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0" y="2145668"/>
            <a:ext cx="6291878" cy="4728525"/>
          </a:xfrm>
          <a:custGeom>
            <a:avLst/>
            <a:gdLst/>
            <a:ahLst/>
            <a:cxnLst/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 anchor="t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/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145668"/>
            <a:ext cx="4815505" cy="419049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5" y="6492240"/>
            <a:ext cx="321529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398" y="6492240"/>
            <a:ext cx="94298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3EEA351-3479-4085-8F9E-571D48233D05}" type="datetimeFigureOut">
              <a:rPr lang="en-US" dirty="0"/>
              <a:t>10/8/2026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92240"/>
            <a:ext cx="65722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335081-FA52-F16F-A616-E20DA766DB57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000314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86153" cy="131634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34030" y="2495233"/>
            <a:ext cx="3385517" cy="3727765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6142" y="1016954"/>
            <a:ext cx="7082457" cy="52060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7018939-3725-45C4-8448-060C1C945770}" type="datetimeFigureOut">
              <a:rPr lang="en-US" dirty="0"/>
              <a:t>10/8/2026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CA24FE-7F15-0A35-2050-28F4CE33B91F}"/>
              </a:ext>
            </a:extLst>
          </p:cNvPr>
          <p:cNvSpPr/>
          <p:nvPr/>
        </p:nvSpPr>
        <p:spPr>
          <a:xfrm>
            <a:off x="634030" y="565606"/>
            <a:ext cx="338552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9E0A62-7502-AFE4-4860-6DE00EB6D1D5}"/>
              </a:ext>
            </a:extLst>
          </p:cNvPr>
          <p:cNvSpPr/>
          <p:nvPr/>
        </p:nvSpPr>
        <p:spPr>
          <a:xfrm>
            <a:off x="4019547" y="565605"/>
            <a:ext cx="8172453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099174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473C94E-2C8E-3F68-4792-D2F9DD86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961" y="5109525"/>
            <a:ext cx="8195638" cy="744634"/>
          </a:xfrm>
        </p:spPr>
        <p:txBody>
          <a:bodyPr anchor="b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E6EBA2-EEB8-DB5B-897E-6DAE1530B3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3400" y="533400"/>
            <a:ext cx="11125200" cy="4576763"/>
          </a:xfrm>
        </p:spPr>
        <p:txBody>
          <a:bodyPr>
            <a:normAutofit/>
          </a:bodyPr>
          <a:lstStyle>
            <a:lvl1pPr marL="0" indent="0">
              <a:buNone/>
              <a:defRPr sz="30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8054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A68E59-4168-43B1-871D-9D793958CB73}" type="datetimeFigureOut">
              <a:rPr lang="en-US" dirty="0"/>
              <a:t>10/8/2026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D9F1A0-57DB-F034-0AB9-2E671ABA4C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B7340E-9893-2D44-91EA-76771EE522E6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564428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9" y="1016955"/>
            <a:ext cx="11125201" cy="484028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0"/>
            <a:ext cx="8576637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39"/>
            <a:ext cx="1891338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C8A96B5-6C84-4F87-863B-82F8A700BDB6}" type="datetimeFigureOut">
              <a:rPr lang="en-US" dirty="0"/>
              <a:t>10/8/2026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0"/>
            <a:ext cx="662624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0F272-8DCB-3D9F-8EA6-FBDD6B7DFDA3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38ED97-EB88-D071-C45A-D0C32569D40D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610128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7745" y="5216204"/>
            <a:ext cx="8190855" cy="64008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8" y="1016954"/>
            <a:ext cx="11125201" cy="3711571"/>
          </a:xfrm>
          <a:prstGeom prst="rect">
            <a:avLst/>
          </a:prstGeo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None/>
              <a:defRPr sz="7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78961" cy="365760"/>
          </a:xfrm>
          <a:prstGeom prst="rect">
            <a:avLst/>
          </a:prstGeom>
        </p:spPr>
        <p:txBody>
          <a:bodyPr/>
          <a:lstStyle/>
          <a:p>
            <a:fld id="{0380565A-AEC2-4981-9BC9-2BD45633EEB3}" type="datetimeFigureOut">
              <a:rPr lang="en-US" dirty="0"/>
              <a:t>10/8/2026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68" y="6492241"/>
            <a:ext cx="657231" cy="365760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2AFB11-60F0-1BFB-3EE2-25A317606ED4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B6C2DA-9756-1101-616C-92AE71300FD8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416789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6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7" name="Content Placeholder 5">
            <a:extLst>
              <a:ext uri="{FF2B5EF4-FFF2-40B4-BE49-F238E27FC236}">
                <a16:creationId xmlns:a16="http://schemas.microsoft.com/office/drawing/2014/main" id="{2D30AC1E-99F3-1176-72D1-F6FF258E307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1883248"/>
            <a:ext cx="5075238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Content Placeholder 11">
            <a:extLst>
              <a:ext uri="{FF2B5EF4-FFF2-40B4-BE49-F238E27FC236}">
                <a16:creationId xmlns:a16="http://schemas.microsoft.com/office/drawing/2014/main" id="{54CE6F64-34A4-5E4B-21B9-E65B60D60DF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1883248"/>
            <a:ext cx="5075556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D0114CA0-7CEA-48F6-8B27-4A03BEF1B362}" type="datetimeFigureOut">
              <a:rPr lang="en-US" dirty="0"/>
              <a:t>10/8/2026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39"/>
            <a:ext cx="662624" cy="365761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DF6D21-8591-4FB9-5FF0-44B10800DC79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7345B5-8AF1-C46D-5FB8-FF298EC5943D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024241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883248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2444434"/>
            <a:ext cx="5075238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79" y="1883247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2444434"/>
            <a:ext cx="5075556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1EDD8A06-915F-45A0-B576-0929C47FD8AE}" type="datetimeFigureOut">
              <a:rPr lang="en-US" dirty="0"/>
              <a:t>10/8/2026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0A7ECD-2835-13DC-1392-DC6E9D6B14EE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FF6D6A-BF5E-8499-2E05-993B26BA4977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79558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4D05E5D-68FD-447C-A2DD-5EC26B56527F}" type="datetimeFigureOut">
              <a:rPr lang="en-US" dirty="0"/>
              <a:t>10/8/2026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969248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E5D97B4D-FF2F-4402-9FD4-AE767FCF1FF3}" type="datetimeFigureOut">
              <a:rPr lang="en-US" dirty="0"/>
              <a:t>10/8/2026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0763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86023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8" y="3258190"/>
            <a:ext cx="11125201" cy="2964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 marL="228600" indent="0">
              <a:buNone/>
              <a:defRPr>
                <a:solidFill>
                  <a:schemeClr val="tx2"/>
                </a:solidFill>
              </a:defRPr>
            </a:lvl2pPr>
            <a:lvl3pPr marL="457200" indent="0">
              <a:buNone/>
              <a:defRPr>
                <a:solidFill>
                  <a:schemeClr val="tx2"/>
                </a:solidFill>
              </a:defRPr>
            </a:lvl3pPr>
            <a:lvl4pPr marL="685800" indent="0">
              <a:buNone/>
              <a:defRPr>
                <a:solidFill>
                  <a:schemeClr val="tx2"/>
                </a:solidFill>
              </a:defRPr>
            </a:lvl4pPr>
            <a:lvl5pPr marL="9144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50494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C57766D-ED87-4A0C-9B23-F4979C5AA24E}" type="datetimeFigureOut">
              <a:rPr lang="en-US" dirty="0"/>
              <a:t>10/8/2026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4990" y="6492241"/>
            <a:ext cx="1043610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612DD4-C154-5A34-CBE2-09022345DFF5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45B82D-4F13-20D2-DD25-C26E60C48A92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49589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8576636" cy="184202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4614992"/>
            <a:ext cx="8576506" cy="16080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1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01450B2-75D0-4277-B6D7-7B5D301DCF72}" type="datetimeFigureOut">
              <a:rPr lang="en-US" dirty="0"/>
              <a:t>10/8/2026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0E45243-34A7-09D9-589C-A28D8FB592BD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77B2CF5-DB49-E6FB-F72A-24AA38988AEC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838054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39B8-A7CB-4B82-AC0C-44B99F546761}" type="datetimeFigureOut">
              <a:rPr lang="en-US" dirty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084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399" y="6476998"/>
            <a:ext cx="8576637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0036" y="6476998"/>
            <a:ext cx="188595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5F68458-1A7A-4A29-A16B-4424C6D3B5E6}" type="datetimeFigureOut">
              <a:rPr lang="en-US" dirty="0"/>
              <a:pPr/>
              <a:t>10/8/2026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379" y="6476998"/>
            <a:ext cx="65722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14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0" orient="horz" pos="2160">
          <p15:clr>
            <a:srgbClr val="F26B43"/>
          </p15:clr>
        </p15:guide>
        <p15:guide id="31" pos="3840">
          <p15:clr>
            <a:srgbClr val="F26B43"/>
          </p15:clr>
        </p15:guide>
        <p15:guide id="32" pos="336">
          <p15:clr>
            <a:srgbClr val="F26B43"/>
          </p15:clr>
        </p15:guide>
        <p15:guide id="33" pos="7344">
          <p15:clr>
            <a:srgbClr val="F26B43"/>
          </p15:clr>
        </p15:guide>
        <p15:guide id="34" orient="horz" pos="4080">
          <p15:clr>
            <a:srgbClr val="F26B43"/>
          </p15:clr>
        </p15:guide>
        <p15:guide id="35" orient="horz" pos="1344">
          <p15:clr>
            <a:srgbClr val="F26B43"/>
          </p15:clr>
        </p15:guide>
        <p15:guide id="36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97928DB-061B-2224-00C5-037EAB1FDA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119" y="930690"/>
            <a:ext cx="9083445" cy="1995119"/>
          </a:xfrm>
        </p:spPr>
        <p:txBody>
          <a:bodyPr/>
          <a:lstStyle/>
          <a:p>
            <a:r>
              <a:rPr lang="en-US">
                <a:cs typeface="Arial"/>
              </a:rPr>
              <a:t>Surgical Motion </a:t>
            </a:r>
            <a:br>
              <a:rPr lang="en-US"/>
            </a:br>
            <a:r>
              <a:rPr lang="en-US">
                <a:cs typeface="Arial"/>
              </a:rPr>
              <a:t>Tracking System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D1D1128-47D8-B5E6-C2DA-1AE9105F7E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34208" y="5688539"/>
            <a:ext cx="7152030" cy="987254"/>
          </a:xfrm>
        </p:spPr>
        <p:txBody>
          <a:bodyPr>
            <a:normAutofit fontScale="85000" lnSpcReduction="10000"/>
          </a:bodyPr>
          <a:lstStyle/>
          <a:p>
            <a:r>
              <a:rPr lang="en-US" b="0">
                <a:latin typeface="Arial"/>
                <a:cs typeface="Arial"/>
              </a:rPr>
              <a:t>Current Progress Update</a:t>
            </a:r>
            <a:endParaRPr lang="en-US" b="0"/>
          </a:p>
          <a:p>
            <a:endParaRPr lang="en-US" b="0"/>
          </a:p>
          <a:p>
            <a:r>
              <a:rPr lang="en-US" b="0">
                <a:latin typeface="Arial"/>
                <a:cs typeface="Arial"/>
              </a:rPr>
              <a:t>Low-cost motion capture real time skill feedback for surgical training</a:t>
            </a:r>
            <a:endParaRPr lang="en-US" b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E6B2EC-9F29-27AD-12DD-0171A1188BE0}"/>
              </a:ext>
            </a:extLst>
          </p:cNvPr>
          <p:cNvSpPr txBox="1"/>
          <p:nvPr/>
        </p:nvSpPr>
        <p:spPr>
          <a:xfrm>
            <a:off x="183159" y="5575320"/>
            <a:ext cx="306382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i="1">
                <a:solidFill>
                  <a:schemeClr val="bg1"/>
                </a:solidFill>
                <a:cs typeface="Arial"/>
              </a:rPr>
              <a:t>Brendon Mustachio</a:t>
            </a:r>
          </a:p>
          <a:p>
            <a:endParaRPr lang="en-US" sz="2400" i="1">
              <a:solidFill>
                <a:schemeClr val="bg1"/>
              </a:solidFill>
              <a:cs typeface="Arial"/>
            </a:endParaRPr>
          </a:p>
          <a:p>
            <a:r>
              <a:rPr lang="en-US" sz="2400" i="1">
                <a:solidFill>
                  <a:schemeClr val="bg1"/>
                </a:solidFill>
                <a:cs typeface="Arial"/>
              </a:rPr>
              <a:t>Selvin White</a:t>
            </a:r>
          </a:p>
        </p:txBody>
      </p:sp>
    </p:spTree>
    <p:extLst>
      <p:ext uri="{BB962C8B-B14F-4D97-AF65-F5344CB8AC3E}">
        <p14:creationId xmlns:p14="http://schemas.microsoft.com/office/powerpoint/2010/main" val="3040550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AC6F-EFE1-4A0F-1FA7-A5FF4FA6E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583038"/>
            <a:ext cx="8195646" cy="1127758"/>
          </a:xfrm>
        </p:spPr>
        <p:txBody>
          <a:bodyPr>
            <a:normAutofit/>
          </a:bodyPr>
          <a:lstStyle/>
          <a:p>
            <a:r>
              <a:rPr lang="en-US" sz="6000">
                <a:cs typeface="Arial"/>
              </a:rPr>
              <a:t>Project Direction</a:t>
            </a:r>
            <a:endParaRPr lang="en-US" sz="6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F8E8F-4015-B617-5B33-4DE12BBFF79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>
                <a:cs typeface="Arial"/>
              </a:rPr>
              <a:t> Goal: </a:t>
            </a:r>
            <a:endParaRPr lang="en-US" sz="1800"/>
          </a:p>
          <a:p>
            <a:pPr marL="0" indent="0">
              <a:buNone/>
            </a:pPr>
            <a:r>
              <a:rPr lang="en-US" sz="1800">
                <a:cs typeface="Arial"/>
              </a:rPr>
              <a:t>Create a small scaled motion tracking system that can capture instrument movement and return useful training feedback without relying on expensive commercial systems.</a:t>
            </a:r>
          </a:p>
          <a:p>
            <a:pPr marL="0" indent="0">
              <a:buNone/>
            </a:pPr>
            <a:r>
              <a:rPr lang="en-US" sz="1800">
                <a:cs typeface="Arial"/>
              </a:rPr>
              <a:t> Our current scope:</a:t>
            </a:r>
            <a:endParaRPr lang="en-US" sz="1800"/>
          </a:p>
          <a:p>
            <a:pPr marL="285750" indent="-285750">
              <a:buFont typeface="Arial"/>
              <a:buChar char="•"/>
            </a:pPr>
            <a:r>
              <a:rPr lang="en-US" sz="1800">
                <a:cs typeface="Arial"/>
              </a:rPr>
              <a:t>Use a camera, compact motion simulator, and local processing hardware.</a:t>
            </a:r>
            <a:endParaRPr lang="en-US" sz="1800"/>
          </a:p>
          <a:p>
            <a:pPr marL="285750" indent="-285750">
              <a:buFont typeface="Arial"/>
              <a:buChar char="•"/>
            </a:pPr>
            <a:r>
              <a:rPr lang="en-US" sz="1800">
                <a:cs typeface="Arial"/>
              </a:rPr>
              <a:t>Measure position, velocity, acceleration, smoothness, and task timing.</a:t>
            </a:r>
            <a:endParaRPr lang="en-US" sz="1800"/>
          </a:p>
          <a:p>
            <a:pPr marL="285750" indent="-285750">
              <a:buFont typeface="Arial"/>
              <a:buChar char="•"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12133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34DB8-98AB-912D-A519-6C372B7D6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System Architecture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EFD87-F47C-6AE9-6923-3946E1C89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>
                <a:cs typeface="Arial"/>
              </a:rPr>
              <a:t>This 4 step process turns camera video into clear training feedback.</a:t>
            </a:r>
            <a:endParaRPr lang="en-US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>
                <a:cs typeface="Arial"/>
              </a:rPr>
              <a:t>The system records movement, analyzes it, evaluates performance, and returns feedback to the trainee.</a:t>
            </a:r>
            <a:endParaRPr lang="en-US" sz="1600"/>
          </a:p>
          <a:p>
            <a:pPr marL="0" indent="0">
              <a:buNone/>
            </a:pPr>
            <a:endParaRPr lang="en-US" sz="16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958868-324E-505A-B086-AAE7670FD61B}"/>
              </a:ext>
            </a:extLst>
          </p:cNvPr>
          <p:cNvSpPr/>
          <p:nvPr/>
        </p:nvSpPr>
        <p:spPr>
          <a:xfrm>
            <a:off x="750631" y="2511730"/>
            <a:ext cx="2093109" cy="18477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cs typeface="Arial"/>
              </a:rPr>
              <a:t>Capturing motion</a:t>
            </a:r>
          </a:p>
          <a:p>
            <a:pPr algn="ctr"/>
            <a:endParaRPr lang="en-US" sz="1400">
              <a:cs typeface="Arial"/>
            </a:endParaRPr>
          </a:p>
          <a:p>
            <a:pPr algn="ctr"/>
            <a:r>
              <a:rPr lang="en-US" sz="1400">
                <a:cs typeface="Arial"/>
              </a:rPr>
              <a:t>A camera records the instrument as it moves. The system can use small markers or </a:t>
            </a:r>
            <a:r>
              <a:rPr lang="en-US" sz="1400" err="1">
                <a:cs typeface="Arial"/>
              </a:rPr>
              <a:t>MediaPipe</a:t>
            </a:r>
            <a:r>
              <a:rPr lang="en-US" sz="1400">
                <a:cs typeface="Arial"/>
              </a:rPr>
              <a:t> to identify the instrument.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38EC2D-6F6F-0E52-3D19-A7E0270B1639}"/>
              </a:ext>
            </a:extLst>
          </p:cNvPr>
          <p:cNvSpPr/>
          <p:nvPr/>
        </p:nvSpPr>
        <p:spPr>
          <a:xfrm>
            <a:off x="3544630" y="2353578"/>
            <a:ext cx="2093109" cy="216401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cs typeface="Arial"/>
              </a:rPr>
              <a:t>Tracking the instrument</a:t>
            </a:r>
          </a:p>
          <a:p>
            <a:pPr algn="ctr"/>
            <a:endParaRPr lang="en-US" sz="1400">
              <a:cs typeface="Arial"/>
            </a:endParaRPr>
          </a:p>
          <a:p>
            <a:pPr algn="ctr"/>
            <a:r>
              <a:rPr lang="en-US" sz="1400">
                <a:cs typeface="Arial"/>
              </a:rPr>
              <a:t>The software follows the instrument in each video frames. Filtering reduces noise and pose estimation finds its position.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5C7664-F1CC-4CA8-1BF5-4D3DEB4DD45E}"/>
              </a:ext>
            </a:extLst>
          </p:cNvPr>
          <p:cNvSpPr/>
          <p:nvPr/>
        </p:nvSpPr>
        <p:spPr>
          <a:xfrm>
            <a:off x="6370381" y="2429259"/>
            <a:ext cx="2093109" cy="202023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cs typeface="Arial"/>
              </a:rPr>
              <a:t>Measure performance</a:t>
            </a:r>
            <a:endParaRPr lang="en-US" sz="1400">
              <a:cs typeface="Arial"/>
            </a:endParaRPr>
          </a:p>
          <a:p>
            <a:pPr algn="ctr"/>
            <a:endParaRPr lang="en-US">
              <a:cs typeface="Arial"/>
            </a:endParaRPr>
          </a:p>
          <a:p>
            <a:pPr algn="ctr"/>
            <a:r>
              <a:rPr lang="en-US" sz="1400">
                <a:cs typeface="Arial"/>
              </a:rPr>
              <a:t>The system checks how quickly and smoothly the task is completed and checks whether the instrument follows the intended path.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24FF14-8827-640B-16E0-053B89E9D7D8}"/>
              </a:ext>
            </a:extLst>
          </p:cNvPr>
          <p:cNvSpPr/>
          <p:nvPr/>
        </p:nvSpPr>
        <p:spPr>
          <a:xfrm>
            <a:off x="9174963" y="2501147"/>
            <a:ext cx="2093109" cy="18477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cs typeface="Arial"/>
              </a:rPr>
              <a:t>Give feedback</a:t>
            </a:r>
            <a:endParaRPr lang="en-US"/>
          </a:p>
          <a:p>
            <a:pPr algn="ctr"/>
            <a:endParaRPr lang="en-US" sz="1400">
              <a:cs typeface="Arial"/>
            </a:endParaRPr>
          </a:p>
          <a:p>
            <a:pPr algn="ctr"/>
            <a:r>
              <a:rPr lang="en-US" sz="1400">
                <a:cs typeface="Arial"/>
              </a:rPr>
              <a:t>The results appear on a monitor or tablet. The trainee can review the metrics and see alerts for errors.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340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1DF95-E4D5-AE19-AA38-9F4567069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Low Cost deployment options</a:t>
            </a:r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0E35E69-AD12-C417-B469-7E29640C52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6788846"/>
              </p:ext>
            </p:extLst>
          </p:nvPr>
        </p:nvGraphicFramePr>
        <p:xfrm>
          <a:off x="543983" y="2583921"/>
          <a:ext cx="11125200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400">
                  <a:extLst>
                    <a:ext uri="{9D8B030D-6E8A-4147-A177-3AD203B41FA5}">
                      <a16:colId xmlns:a16="http://schemas.microsoft.com/office/drawing/2014/main" val="3886389515"/>
                    </a:ext>
                  </a:extLst>
                </a:gridCol>
                <a:gridCol w="3708400">
                  <a:extLst>
                    <a:ext uri="{9D8B030D-6E8A-4147-A177-3AD203B41FA5}">
                      <a16:colId xmlns:a16="http://schemas.microsoft.com/office/drawing/2014/main" val="474230333"/>
                    </a:ext>
                  </a:extLst>
                </a:gridCol>
                <a:gridCol w="3708400">
                  <a:extLst>
                    <a:ext uri="{9D8B030D-6E8A-4147-A177-3AD203B41FA5}">
                      <a16:colId xmlns:a16="http://schemas.microsoft.com/office/drawing/2014/main" val="577004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Low cost option</a:t>
                      </a: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Purpose / note</a:t>
                      </a: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0908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Camera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Consumer webcam, GoPro, or Raspberry Pi camera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Maintain roughly 30-60 FPS for responsive tracking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692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Motion simulator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Miniaturized Stewart platform ($250)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Fits on a desktop and can simulate organ motion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065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Markers (Unlikely)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3D printed ABS markers or colored tape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Low intrusion and reusable for marker based tests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08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AI processing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Laptop GPU or edge device, such as Jetson Nano / RTX 3060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Supports real time inference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553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Software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OpenCV + </a:t>
                      </a:r>
                      <a:r>
                        <a:rPr lang="en-US" err="1"/>
                        <a:t>MediaPipe</a:t>
                      </a:r>
                      <a:r>
                        <a:rPr lang="en-US"/>
                        <a:t> + </a:t>
                      </a:r>
                      <a:r>
                        <a:rPr lang="en-US" err="1"/>
                        <a:t>PyTorch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Full processing pipeline without operation system level restrictions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10629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951F1D-0CF4-AA16-4D71-8CE9C0F377B7}"/>
              </a:ext>
            </a:extLst>
          </p:cNvPr>
          <p:cNvSpPr txBox="1"/>
          <p:nvPr/>
        </p:nvSpPr>
        <p:spPr>
          <a:xfrm>
            <a:off x="664020" y="1702384"/>
            <a:ext cx="90496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Current component research identifies practical options for a compact training setup.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312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29471-6BC9-A96E-A255-4334858EF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816" y="583038"/>
            <a:ext cx="8195646" cy="1127758"/>
          </a:xfrm>
        </p:spPr>
        <p:txBody>
          <a:bodyPr>
            <a:normAutofit fontScale="90000"/>
          </a:bodyPr>
          <a:lstStyle/>
          <a:p>
            <a:r>
              <a:rPr lang="en-US">
                <a:cs typeface="Arial"/>
              </a:rPr>
              <a:t>Implementation progress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642E0-B6BF-9ED4-2F1D-8391212D27D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500">
                <a:cs typeface="Arial"/>
              </a:rPr>
              <a:t>The design has been translated into a staged build and test plan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r>
              <a:rPr lang="en-US" sz="1500">
                <a:cs typeface="Arial"/>
              </a:rPr>
              <a:t>Set up workspace: Mount camera and position a small surgical instrument phantom or low cost board.</a:t>
            </a:r>
          </a:p>
          <a:p>
            <a:r>
              <a:rPr lang="en-US" sz="1500">
                <a:cs typeface="Arial"/>
              </a:rPr>
              <a:t>Enable detection: Attach markers or select the </a:t>
            </a:r>
            <a:r>
              <a:rPr lang="en-US" sz="1500" err="1">
                <a:cs typeface="Arial"/>
              </a:rPr>
              <a:t>markerless</a:t>
            </a:r>
            <a:r>
              <a:rPr lang="en-US" sz="1500">
                <a:cs typeface="Arial"/>
              </a:rPr>
              <a:t> approach based on precision and budget.</a:t>
            </a:r>
          </a:p>
          <a:p>
            <a:r>
              <a:rPr lang="en-US" sz="1500">
                <a:cs typeface="Arial"/>
              </a:rPr>
              <a:t>Calibrate cameras: Map camera coordinates to a workspace reference frame.</a:t>
            </a:r>
          </a:p>
          <a:p>
            <a:r>
              <a:rPr lang="en-US" sz="1500">
                <a:cs typeface="Arial"/>
              </a:rPr>
              <a:t>Process motion data: Filter noise and estimate trajectories and kinematic parameters.</a:t>
            </a:r>
            <a:endParaRPr lang="en-US" sz="1500"/>
          </a:p>
          <a:p>
            <a:r>
              <a:rPr lang="en-US" sz="1500">
                <a:cs typeface="Arial"/>
              </a:rPr>
              <a:t>Deliver feedback: Display metrics and issue optional alerts for errors or deviations.</a:t>
            </a:r>
          </a:p>
        </p:txBody>
      </p:sp>
    </p:spTree>
    <p:extLst>
      <p:ext uri="{BB962C8B-B14F-4D97-AF65-F5344CB8AC3E}">
        <p14:creationId xmlns:p14="http://schemas.microsoft.com/office/powerpoint/2010/main" val="1099762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5D565-E372-5E52-610B-D87EB610D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773538"/>
            <a:ext cx="11125201" cy="746759"/>
          </a:xfrm>
        </p:spPr>
        <p:txBody>
          <a:bodyPr/>
          <a:lstStyle/>
          <a:p>
            <a:r>
              <a:rPr lang="en-US">
                <a:cs typeface="Arial"/>
              </a:rPr>
              <a:t>Performance and design considerations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9D63E-0D09-0949-D28B-2AB4E4A43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27308"/>
            <a:ext cx="11125202" cy="41676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700">
                <a:cs typeface="Arial"/>
              </a:rPr>
              <a:t>Evaluation will balance responsiveness with accuracy, safety, and scalability</a:t>
            </a:r>
          </a:p>
          <a:p>
            <a:pPr marL="0" indent="0">
              <a:buNone/>
            </a:pPr>
            <a:endParaRPr lang="en-US" sz="1700"/>
          </a:p>
          <a:p>
            <a:pPr marL="0" indent="0">
              <a:buNone/>
            </a:pPr>
            <a:r>
              <a:rPr lang="en-US" sz="1700">
                <a:cs typeface="Arial"/>
              </a:rPr>
              <a:t>Latency              Processing below 100-200 </a:t>
            </a:r>
            <a:r>
              <a:rPr lang="en-US" sz="1700" err="1">
                <a:cs typeface="Arial"/>
              </a:rPr>
              <a:t>ms</a:t>
            </a:r>
            <a:r>
              <a:rPr lang="en-US" sz="1700">
                <a:cs typeface="Arial"/>
              </a:rPr>
              <a:t> supports near real time training feedback.</a:t>
            </a:r>
          </a:p>
          <a:p>
            <a:pPr marL="0" indent="0">
              <a:buNone/>
            </a:pPr>
            <a:endParaRPr lang="en-US" sz="1700">
              <a:cs typeface="Arial"/>
            </a:endParaRPr>
          </a:p>
          <a:p>
            <a:pPr marL="0" indent="0">
              <a:buNone/>
            </a:pPr>
            <a:r>
              <a:rPr lang="en-US" sz="1700">
                <a:cs typeface="Arial"/>
              </a:rPr>
              <a:t>Accuracy            </a:t>
            </a:r>
            <a:r>
              <a:rPr lang="en-US" sz="1700" err="1">
                <a:cs typeface="Arial"/>
              </a:rPr>
              <a:t>Markerless</a:t>
            </a:r>
            <a:r>
              <a:rPr lang="en-US" sz="1700">
                <a:cs typeface="Arial"/>
              </a:rPr>
              <a:t> tracking may lose millimeter level precision but can still support skill assessment.</a:t>
            </a:r>
          </a:p>
          <a:p>
            <a:pPr marL="0" indent="0">
              <a:buNone/>
            </a:pPr>
            <a:endParaRPr lang="en-US" sz="1700">
              <a:cs typeface="Arial"/>
            </a:endParaRPr>
          </a:p>
          <a:p>
            <a:pPr marL="0" indent="0">
              <a:buNone/>
            </a:pPr>
            <a:r>
              <a:rPr lang="en-US" sz="1700">
                <a:cs typeface="Arial"/>
              </a:rPr>
              <a:t>Safety                 The setup should stay nonintrusive and avoid interfering with surgical instruments.</a:t>
            </a:r>
          </a:p>
          <a:p>
            <a:pPr marL="0" indent="0">
              <a:buNone/>
            </a:pPr>
            <a:endParaRPr lang="en-US" sz="1700">
              <a:cs typeface="Arial"/>
            </a:endParaRPr>
          </a:p>
          <a:p>
            <a:pPr marL="0" indent="0">
              <a:buNone/>
            </a:pPr>
            <a:r>
              <a:rPr lang="en-US" sz="1700">
                <a:cs typeface="Arial"/>
              </a:rPr>
              <a:t>Scalability           Additional cameras or sensors can increase precision without redesigning the core architecture.</a:t>
            </a:r>
          </a:p>
        </p:txBody>
      </p:sp>
    </p:spTree>
    <p:extLst>
      <p:ext uri="{BB962C8B-B14F-4D97-AF65-F5344CB8AC3E}">
        <p14:creationId xmlns:p14="http://schemas.microsoft.com/office/powerpoint/2010/main" val="129135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32EF1-3D5F-4732-23F9-E992A76B9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743785"/>
            <a:ext cx="11125201" cy="746759"/>
          </a:xfrm>
        </p:spPr>
        <p:txBody>
          <a:bodyPr/>
          <a:lstStyle/>
          <a:p>
            <a:r>
              <a:rPr lang="en-US">
                <a:cs typeface="Arial"/>
              </a:rPr>
              <a:t>Evidence base and next steps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7DA79-DBE7-1D2C-B416-43C9AD0FC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>
                <a:cs typeface="Arial"/>
              </a:rPr>
              <a:t>Existing tools support the feasibility of the proposed low cost approach.</a:t>
            </a:r>
          </a:p>
          <a:p>
            <a:pPr marL="0" indent="0">
              <a:buNone/>
            </a:pPr>
            <a:endParaRPr lang="en-US" sz="1600">
              <a:cs typeface="Arial"/>
            </a:endParaRPr>
          </a:p>
          <a:p>
            <a:pPr marL="0" indent="0">
              <a:buNone/>
            </a:pPr>
            <a:r>
              <a:rPr lang="en-US" sz="1600">
                <a:cs typeface="Arial"/>
              </a:rPr>
              <a:t>Supporting examples:</a:t>
            </a:r>
          </a:p>
          <a:p>
            <a:r>
              <a:rPr lang="en-US" sz="1600">
                <a:cs typeface="Arial"/>
              </a:rPr>
              <a:t>SPRK miniature Stewart platforms support motion simulation for surgical training. </a:t>
            </a:r>
          </a:p>
          <a:p>
            <a:r>
              <a:rPr lang="en-US" sz="1600" err="1">
                <a:cs typeface="Arial"/>
              </a:rPr>
              <a:t>MediaPipe</a:t>
            </a:r>
            <a:r>
              <a:rPr lang="en-US" sz="1600">
                <a:cs typeface="Arial"/>
              </a:rPr>
              <a:t> Hand </a:t>
            </a:r>
            <a:r>
              <a:rPr lang="en-US" sz="1600" err="1">
                <a:cs typeface="Arial"/>
              </a:rPr>
              <a:t>Landmarker</a:t>
            </a:r>
            <a:r>
              <a:rPr lang="en-US" sz="1600">
                <a:cs typeface="Arial"/>
              </a:rPr>
              <a:t> task model supports real time hand pose estimation with mobile deployment compatibility. </a:t>
            </a:r>
          </a:p>
          <a:p>
            <a:r>
              <a:rPr lang="en-US" sz="1600">
                <a:cs typeface="Arial"/>
              </a:rPr>
              <a:t>KCF and </a:t>
            </a:r>
            <a:r>
              <a:rPr lang="en-US" sz="1600" err="1">
                <a:cs typeface="Arial"/>
              </a:rPr>
              <a:t>ResNet</a:t>
            </a:r>
            <a:r>
              <a:rPr lang="en-US" sz="1600">
                <a:cs typeface="Arial"/>
              </a:rPr>
              <a:t> style methods offer practical options for visual motion tracking.</a:t>
            </a:r>
          </a:p>
          <a:p>
            <a:r>
              <a:rPr lang="en-US" sz="1600">
                <a:cs typeface="Arial"/>
              </a:rPr>
              <a:t>Trinocular </a:t>
            </a:r>
            <a:r>
              <a:rPr lang="en-US" sz="1600" err="1">
                <a:cs typeface="Arial"/>
              </a:rPr>
              <a:t>MoCap</a:t>
            </a:r>
            <a:r>
              <a:rPr lang="en-US" sz="1600">
                <a:cs typeface="Arial"/>
              </a:rPr>
              <a:t> systems show that multiple instruments can be captured at the same time.</a:t>
            </a:r>
          </a:p>
          <a:p>
            <a:endParaRPr lang="en-US" sz="1600">
              <a:cs typeface="Arial"/>
            </a:endParaRPr>
          </a:p>
          <a:p>
            <a:pPr marL="0" indent="0">
              <a:buNone/>
            </a:pPr>
            <a:r>
              <a:rPr lang="en-US" sz="1600">
                <a:cs typeface="Arial"/>
              </a:rPr>
              <a:t>Next Steps:</a:t>
            </a:r>
          </a:p>
          <a:p>
            <a:r>
              <a:rPr lang="en-US" sz="1600">
                <a:cs typeface="Arial"/>
              </a:rPr>
              <a:t>Train a YOLO Pose model (YOLO26n-pose) to detect forceps.</a:t>
            </a:r>
          </a:p>
          <a:p>
            <a:r>
              <a:rPr lang="en-US" sz="1600">
                <a:cs typeface="Arial"/>
              </a:rPr>
              <a:t>Train a model with one of our datasets to test.</a:t>
            </a:r>
          </a:p>
          <a:p>
            <a:r>
              <a:rPr lang="en-US" sz="1600">
                <a:cs typeface="Arial"/>
              </a:rPr>
              <a:t>Match data collected by camera to the datasets.</a:t>
            </a:r>
          </a:p>
        </p:txBody>
      </p:sp>
    </p:spTree>
    <p:extLst>
      <p:ext uri="{BB962C8B-B14F-4D97-AF65-F5344CB8AC3E}">
        <p14:creationId xmlns:p14="http://schemas.microsoft.com/office/powerpoint/2010/main" val="167630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15C71-08AD-996C-701B-81A2EFCE26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6862" y="2247040"/>
            <a:ext cx="9140954" cy="2639019"/>
          </a:xfrm>
        </p:spPr>
        <p:txBody>
          <a:bodyPr/>
          <a:lstStyle/>
          <a:p>
            <a:r>
              <a:rPr lang="en-US">
                <a:cs typeface="Arial"/>
              </a:rPr>
              <a:t>Thank </a:t>
            </a:r>
            <a:r>
              <a:rPr lang="en-US" err="1">
                <a:cs typeface="Arial"/>
              </a:rPr>
              <a:t>YOu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2762910309"/>
      </p:ext>
    </p:extLst>
  </p:cSld>
  <p:clrMapOvr>
    <a:masterClrMapping/>
  </p:clrMapOvr>
</p:sld>
</file>

<file path=ppt/theme/theme1.xml><?xml version="1.0" encoding="utf-8"?>
<a:theme xmlns:a="http://schemas.openxmlformats.org/drawingml/2006/main" name="Modulo">
  <a:themeElements>
    <a:clrScheme name="Modulo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B36041"/>
      </a:accent1>
      <a:accent2>
        <a:srgbClr val="6F8185"/>
      </a:accent2>
      <a:accent3>
        <a:srgbClr val="C78F8F"/>
      </a:accent3>
      <a:accent4>
        <a:srgbClr val="647961"/>
      </a:accent4>
      <a:accent5>
        <a:srgbClr val="B09C54"/>
      </a:accent5>
      <a:accent6>
        <a:srgbClr val="9AA749"/>
      </a:accent6>
      <a:hlink>
        <a:srgbClr val="75A073"/>
      </a:hlink>
      <a:folHlink>
        <a:srgbClr val="BD9C5C"/>
      </a:folHlink>
    </a:clrScheme>
    <a:fontScheme name="Modulo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dul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o" id="{F82CE580-7C94-4A50-B8FD-C32A34CD4AC2}" vid="{2D85724B-79BC-48FD-92DE-E2ED0CD587A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E4C506EF73B94BA158699A6964C12B" ma:contentTypeVersion="9" ma:contentTypeDescription="Create a new document." ma:contentTypeScope="" ma:versionID="03a9c3b2dccfff352d6ad402cb7cab11">
  <xsd:schema xmlns:xsd="http://www.w3.org/2001/XMLSchema" xmlns:xs="http://www.w3.org/2001/XMLSchema" xmlns:p="http://schemas.microsoft.com/office/2006/metadata/properties" xmlns:ns3="096a4b8d-0af5-4b4b-b2ef-f46ac77c7798" targetNamespace="http://schemas.microsoft.com/office/2006/metadata/properties" ma:root="true" ma:fieldsID="993543718bf8227a27f8e64743fa0dec" ns3:_="">
    <xsd:import namespace="096a4b8d-0af5-4b4b-b2ef-f46ac77c779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6a4b8d-0af5-4b4b-b2ef-f46ac77c779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96a4b8d-0af5-4b4b-b2ef-f46ac77c7798" xsi:nil="true"/>
  </documentManagement>
</p:properties>
</file>

<file path=customXml/itemProps1.xml><?xml version="1.0" encoding="utf-8"?>
<ds:datastoreItem xmlns:ds="http://schemas.openxmlformats.org/officeDocument/2006/customXml" ds:itemID="{353A6CE6-FC44-4B9E-BC98-D86C79815E8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858E463-499E-48FA-9938-7FDBD93AEB69}">
  <ds:schemaRefs>
    <ds:schemaRef ds:uri="096a4b8d-0af5-4b4b-b2ef-f46ac77c779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17515CE-32A2-4573-B8CC-357E261608D1}">
  <ds:schemaRefs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purl.org/dc/dcmitype/"/>
    <ds:schemaRef ds:uri="http://www.w3.org/XML/1998/namespace"/>
    <ds:schemaRef ds:uri="http://purl.org/dc/elements/1.1/"/>
    <ds:schemaRef ds:uri="http://schemas.openxmlformats.org/package/2006/metadata/core-properties"/>
    <ds:schemaRef ds:uri="096a4b8d-0af5-4b4b-b2ef-f46ac77c7798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584</Words>
  <Application>Microsoft Office PowerPoint</Application>
  <PresentationFormat>Widescreen</PresentationFormat>
  <Paragraphs>88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Modulo</vt:lpstr>
      <vt:lpstr>Surgical Motion  Tracking System</vt:lpstr>
      <vt:lpstr>Project Direction</vt:lpstr>
      <vt:lpstr>System Architecture</vt:lpstr>
      <vt:lpstr>Low Cost deployment options</vt:lpstr>
      <vt:lpstr>Implementation progress</vt:lpstr>
      <vt:lpstr>Performance and design considerations</vt:lpstr>
      <vt:lpstr>Evidence base and next steps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White, Selvin</dc:creator>
  <cp:lastModifiedBy>White, Selvin</cp:lastModifiedBy>
  <cp:revision>1</cp:revision>
  <dcterms:created xsi:type="dcterms:W3CDTF">2026-10-01T18:58:31Z</dcterms:created>
  <dcterms:modified xsi:type="dcterms:W3CDTF">2026-10-08T20:43:28Z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0x01010067E4C506EF73B94BA158699A6964C12B</vt:lpwstr>
  </property>
</Properties>
</file>